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4"/>
  </p:sldMasterIdLst>
  <p:notesMasterIdLst>
    <p:notesMasterId r:id="rId17"/>
  </p:notesMasterIdLst>
  <p:sldIdLst>
    <p:sldId id="264" r:id="rId5"/>
    <p:sldId id="265" r:id="rId6"/>
    <p:sldId id="266" r:id="rId7"/>
    <p:sldId id="267" r:id="rId8"/>
    <p:sldId id="268" r:id="rId9"/>
    <p:sldId id="269" r:id="rId10"/>
    <p:sldId id="270" r:id="rId11"/>
    <p:sldId id="271" r:id="rId12"/>
    <p:sldId id="272" r:id="rId13"/>
    <p:sldId id="273" r:id="rId14"/>
    <p:sldId id="274"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010E4221-6F06-64E5-5214-772388C857B5}" name="Elizabeth Feldbruegge (ALLEGIS GROUP HOLDINGS INC)" initials="" userId="S::v-felizabeth@microsoft.com::ba5aea11-28e4-484d-8e49-c15efb1bd2e9" providerId="AD"/>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64D8A-D36B-5F67-49B0-EF531AF51B81}" v="122" dt="2026-09-18T16:55:31.524"/>
  </p1510:revLst>
</p1510:revInfo>
</file>

<file path=ppt/tableStyles.xml><?xml version="1.0" encoding="utf-8"?>
<a:tblStyleLst xmlns:a="http://schemas.openxmlformats.org/drawingml/2006/main" def="{7E9639D4-E3E2-4D34-9284-5A2195B3D0D7}">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05" autoAdjust="0"/>
    <p:restoredTop sz="94521" autoAdjust="0"/>
  </p:normalViewPr>
  <p:slideViewPr>
    <p:cSldViewPr snapToGrid="0" showGuides="1">
      <p:cViewPr>
        <p:scale>
          <a:sx n="100" d="100"/>
          <a:sy n="100" d="100"/>
        </p:scale>
        <p:origin x="-110" y="-403"/>
      </p:cViewPr>
      <p:guideLst>
        <p:guide orient="horz" pos="2160"/>
        <p:guide pos="3840"/>
      </p:guideLst>
    </p:cSldViewPr>
  </p:slideViewPr>
  <p:notesTextViewPr>
    <p:cViewPr>
      <p:scale>
        <a:sx n="1" d="1"/>
        <a:sy n="1" d="1"/>
      </p:scale>
      <p:origin x="0" y="0"/>
    </p:cViewPr>
  </p:notesTextViewPr>
  <p:sorterViewPr>
    <p:cViewPr>
      <p:scale>
        <a:sx n="100" d="100"/>
        <a:sy n="100" d="100"/>
      </p:scale>
      <p:origin x="0" y="-5517"/>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6FA5EA-0E1E-4764-B5B7-A47DCC3A898E}" type="datetimeFigureOut">
              <a:rPr lang="en-US" smtClean="0"/>
              <a:t>9/18/2026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C6B470-179D-4B95-8906-D61C195EFD62}" type="slidenum">
              <a:rPr lang="en-US" smtClean="0"/>
              <a:t>‹#›</a:t>
            </a:fld>
            <a:endParaRPr lang="en-US" dirty="0"/>
          </a:p>
        </p:txBody>
      </p:sp>
    </p:spTree>
    <p:extLst>
      <p:ext uri="{BB962C8B-B14F-4D97-AF65-F5344CB8AC3E}">
        <p14:creationId xmlns:p14="http://schemas.microsoft.com/office/powerpoint/2010/main" val="3565552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5F5F5"/>
                </a:highlight>
              </a:rPr>
              <a:t>Hello, my name is Fiorella, and for my CS 499 code review I will be reviewing my AI Coloring Book Generator. I will evaluate the project in three areas: software engineering and design, algorithms and data structures, and databases. I will discuss the current functionality, identify areas for improvement, and explain the enhancements I plan to make.</a:t>
            </a:r>
            <a:endParaRPr lang="en-US" dirty="0"/>
          </a:p>
        </p:txBody>
      </p:sp>
      <p:sp>
        <p:nvSpPr>
          <p:cNvPr id="4" name="Slide Number Placeholder 3"/>
          <p:cNvSpPr>
            <a:spLocks noGrp="1"/>
          </p:cNvSpPr>
          <p:nvPr>
            <p:ph type="sldNum" sz="quarter" idx="5"/>
          </p:nvPr>
        </p:nvSpPr>
        <p:spPr/>
        <p:txBody>
          <a:bodyPr/>
          <a:lstStyle/>
          <a:p>
            <a:fld id="{28C6B470-179D-4B95-8906-D61C195EFD62}" type="slidenum">
              <a:rPr lang="en-US" smtClean="0"/>
              <a:t>1</a:t>
            </a:fld>
            <a:endParaRPr lang="en-US" dirty="0"/>
          </a:p>
        </p:txBody>
      </p:sp>
    </p:spTree>
    <p:extLst>
      <p:ext uri="{BB962C8B-B14F-4D97-AF65-F5344CB8AC3E}">
        <p14:creationId xmlns:p14="http://schemas.microsoft.com/office/powerpoint/2010/main" val="12143162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artifact is a full-stack AI Coloring Book Generator. The project contains a backend API, frontend interface, and shared Python image-generation code. The application supports user accounts, AI image generation, credit tracking, and a library for previously generated pages. For this review, I will focus on specific portions of the code that demonstrate the three required computer science categories.</a:t>
            </a:r>
          </a:p>
        </p:txBody>
      </p:sp>
      <p:sp>
        <p:nvSpPr>
          <p:cNvPr id="4" name="Slide Number Placeholder 3"/>
          <p:cNvSpPr>
            <a:spLocks noGrp="1"/>
          </p:cNvSpPr>
          <p:nvPr>
            <p:ph type="sldNum" sz="quarter" idx="5"/>
          </p:nvPr>
        </p:nvSpPr>
        <p:spPr/>
        <p:txBody>
          <a:bodyPr/>
          <a:lstStyle/>
          <a:p>
            <a:fld id="{28C6B470-179D-4B95-8906-D61C195EFD62}" type="slidenum">
              <a:rPr lang="en-US" smtClean="0"/>
              <a:t>2</a:t>
            </a:fld>
            <a:endParaRPr lang="en-US" dirty="0"/>
          </a:p>
        </p:txBody>
      </p:sp>
    </p:spTree>
    <p:extLst>
      <p:ext uri="{BB962C8B-B14F-4D97-AF65-F5344CB8AC3E}">
        <p14:creationId xmlns:p14="http://schemas.microsoft.com/office/powerpoint/2010/main" val="2768221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software engineering and design, I am starting with the generate function in the cli.py module. This function receives the user's subject along with optional settings such as the provider, style, output filename, and image size. The function then loads the application's configuration using </a:t>
            </a:r>
            <a:r>
              <a:rPr lang="en-US" dirty="0" err="1"/>
              <a:t>Settings.from_env</a:t>
            </a:r>
            <a:r>
              <a:rPr lang="en-US" dirty="0"/>
              <a:t>. Next, </a:t>
            </a:r>
            <a:r>
              <a:rPr lang="en-US" dirty="0" err="1"/>
              <a:t>create_generator</a:t>
            </a:r>
            <a:r>
              <a:rPr lang="en-US" dirty="0"/>
              <a:t> creates the appropriate AI generator based on those settings. The </a:t>
            </a:r>
            <a:r>
              <a:rPr lang="en-US" dirty="0" err="1"/>
              <a:t>generate_page</a:t>
            </a:r>
            <a:r>
              <a:rPr lang="en-US" dirty="0"/>
              <a:t> method receives the user's options and generates the coloring page. Finally, the program displays the location where the generated page was saved.</a:t>
            </a:r>
          </a:p>
        </p:txBody>
      </p:sp>
      <p:sp>
        <p:nvSpPr>
          <p:cNvPr id="4" name="Slide Number Placeholder 3"/>
          <p:cNvSpPr>
            <a:spLocks noGrp="1"/>
          </p:cNvSpPr>
          <p:nvPr>
            <p:ph type="sldNum" sz="quarter" idx="5"/>
          </p:nvPr>
        </p:nvSpPr>
        <p:spPr/>
        <p:txBody>
          <a:bodyPr/>
          <a:lstStyle/>
          <a:p>
            <a:fld id="{28C6B470-179D-4B95-8906-D61C195EFD62}" type="slidenum">
              <a:rPr lang="en-US" smtClean="0"/>
              <a:t>3</a:t>
            </a:fld>
            <a:endParaRPr lang="en-US" dirty="0"/>
          </a:p>
        </p:txBody>
      </p:sp>
    </p:spTree>
    <p:extLst>
      <p:ext uri="{BB962C8B-B14F-4D97-AF65-F5344CB8AC3E}">
        <p14:creationId xmlns:p14="http://schemas.microsoft.com/office/powerpoint/2010/main" val="2819862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strength is that the application already performs input validation and exception handling. However, the same exception-handling logic appears in multiple commands. The CLI is also responsible for both user interaction and coordinating parts of the generation workflow. This creates duplication and makes the CLI responsible for more than one concern.</a:t>
            </a:r>
          </a:p>
        </p:txBody>
      </p:sp>
      <p:sp>
        <p:nvSpPr>
          <p:cNvPr id="4" name="Slide Number Placeholder 3"/>
          <p:cNvSpPr>
            <a:spLocks noGrp="1"/>
          </p:cNvSpPr>
          <p:nvPr>
            <p:ph type="sldNum" sz="quarter" idx="5"/>
          </p:nvPr>
        </p:nvSpPr>
        <p:spPr/>
        <p:txBody>
          <a:bodyPr/>
          <a:lstStyle/>
          <a:p>
            <a:fld id="{28C6B470-179D-4B95-8906-D61C195EFD62}" type="slidenum">
              <a:rPr lang="en-US" smtClean="0"/>
              <a:t>4</a:t>
            </a:fld>
            <a:endParaRPr lang="en-US" dirty="0"/>
          </a:p>
        </p:txBody>
      </p:sp>
    </p:spTree>
    <p:extLst>
      <p:ext uri="{BB962C8B-B14F-4D97-AF65-F5344CB8AC3E}">
        <p14:creationId xmlns:p14="http://schemas.microsoft.com/office/powerpoint/2010/main" val="3247907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enhancement will separate these responsibilities into specific modules. cli.py will remain responsible for command-line interaction and collecting user input. I plan to create generation_service.py to handle generator creation and the generation workflow. Application-specific exception handling will be centralized through an exceptions.py module, while config.py will continue managing configuration and provider settings. This refactoring will reduce duplication and improve separation of concerns, maintainability, and testability.</a:t>
            </a:r>
          </a:p>
        </p:txBody>
      </p:sp>
      <p:sp>
        <p:nvSpPr>
          <p:cNvPr id="4" name="Slide Number Placeholder 3"/>
          <p:cNvSpPr>
            <a:spLocks noGrp="1"/>
          </p:cNvSpPr>
          <p:nvPr>
            <p:ph type="sldNum" sz="quarter" idx="5"/>
          </p:nvPr>
        </p:nvSpPr>
        <p:spPr/>
        <p:txBody>
          <a:bodyPr/>
          <a:lstStyle/>
          <a:p>
            <a:fld id="{28C6B470-179D-4B95-8906-D61C195EFD62}" type="slidenum">
              <a:rPr lang="en-US" smtClean="0"/>
              <a:t>5</a:t>
            </a:fld>
            <a:endParaRPr lang="en-US" dirty="0"/>
          </a:p>
        </p:txBody>
      </p:sp>
    </p:spTree>
    <p:extLst>
      <p:ext uri="{BB962C8B-B14F-4D97-AF65-F5344CB8AC3E}">
        <p14:creationId xmlns:p14="http://schemas.microsoft.com/office/powerpoint/2010/main" val="32360683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algorithms and data structures, I reviewed the </a:t>
            </a:r>
            <a:r>
              <a:rPr lang="en-US" dirty="0" err="1"/>
              <a:t>generate_book</a:t>
            </a:r>
            <a:r>
              <a:rPr lang="en-US" dirty="0"/>
              <a:t> method in base.py. The method receives a list of subjects and processes each subject sequentially. enumerate supplies the page number, while </a:t>
            </a:r>
            <a:r>
              <a:rPr lang="en-US" dirty="0" err="1"/>
              <a:t>slugify</a:t>
            </a:r>
            <a:r>
              <a:rPr lang="en-US" dirty="0"/>
              <a:t> helps create a filename. Each generated path is appended to a list, and that ordered list is returned when processing is complete.</a:t>
            </a:r>
          </a:p>
        </p:txBody>
      </p:sp>
      <p:sp>
        <p:nvSpPr>
          <p:cNvPr id="4" name="Slide Number Placeholder 3"/>
          <p:cNvSpPr>
            <a:spLocks noGrp="1"/>
          </p:cNvSpPr>
          <p:nvPr>
            <p:ph type="sldNum" sz="quarter" idx="5"/>
          </p:nvPr>
        </p:nvSpPr>
        <p:spPr/>
        <p:txBody>
          <a:bodyPr/>
          <a:lstStyle/>
          <a:p>
            <a:fld id="{28C6B470-179D-4B95-8906-D61C195EFD62}" type="slidenum">
              <a:rPr lang="en-US" smtClean="0"/>
              <a:t>6</a:t>
            </a:fld>
            <a:endParaRPr lang="en-US" dirty="0"/>
          </a:p>
        </p:txBody>
      </p:sp>
    </p:spTree>
    <p:extLst>
      <p:ext uri="{BB962C8B-B14F-4D97-AF65-F5344CB8AC3E}">
        <p14:creationId xmlns:p14="http://schemas.microsoft.com/office/powerpoint/2010/main" val="402902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algorithm is simple and appropriate for maintaining page order. However, </a:t>
            </a:r>
            <a:r>
              <a:rPr lang="en-US" dirty="0" err="1"/>
              <a:t>generate_page</a:t>
            </a:r>
            <a:r>
              <a:rPr lang="en-US" dirty="0"/>
              <a:t> is called directly inside the loop without individual exception handling. If one page raises an exception, the remaining subjects may not be processed. The current paths list also only represents successfully returned paths and provides no structure for recording which subject failed or why.</a:t>
            </a:r>
          </a:p>
        </p:txBody>
      </p:sp>
      <p:sp>
        <p:nvSpPr>
          <p:cNvPr id="4" name="Slide Number Placeholder 3"/>
          <p:cNvSpPr>
            <a:spLocks noGrp="1"/>
          </p:cNvSpPr>
          <p:nvPr>
            <p:ph type="sldNum" sz="quarter" idx="5"/>
          </p:nvPr>
        </p:nvSpPr>
        <p:spPr/>
        <p:txBody>
          <a:bodyPr/>
          <a:lstStyle/>
          <a:p>
            <a:fld id="{28C6B470-179D-4B95-8906-D61C195EFD62}" type="slidenum">
              <a:rPr lang="en-US" smtClean="0"/>
              <a:t>7</a:t>
            </a:fld>
            <a:endParaRPr lang="en-US" dirty="0"/>
          </a:p>
        </p:txBody>
      </p:sp>
    </p:spTree>
    <p:extLst>
      <p:ext uri="{BB962C8B-B14F-4D97-AF65-F5344CB8AC3E}">
        <p14:creationId xmlns:p14="http://schemas.microsoft.com/office/powerpoint/2010/main" val="2333133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enhancement will explicitly track both successful and failed page generations. Successful file paths will remain in an ordered list called </a:t>
            </a:r>
            <a:r>
              <a:rPr lang="en-US" dirty="0" err="1"/>
              <a:t>successful_pages</a:t>
            </a:r>
            <a:r>
              <a:rPr lang="en-US" dirty="0"/>
              <a:t>. Failed attempts will be stored separately in </a:t>
            </a:r>
            <a:r>
              <a:rPr lang="en-US" dirty="0" err="1"/>
              <a:t>failed_pages</a:t>
            </a:r>
            <a:r>
              <a:rPr lang="en-US" dirty="0"/>
              <a:t>, where each entry records the subject and associated error message. Exception handling will occur within the processing loop, allowing the application to continue attempting the remaining pages when an individual generation fails.</a:t>
            </a:r>
          </a:p>
        </p:txBody>
      </p:sp>
      <p:sp>
        <p:nvSpPr>
          <p:cNvPr id="4" name="Slide Number Placeholder 3"/>
          <p:cNvSpPr>
            <a:spLocks noGrp="1"/>
          </p:cNvSpPr>
          <p:nvPr>
            <p:ph type="sldNum" sz="quarter" idx="5"/>
          </p:nvPr>
        </p:nvSpPr>
        <p:spPr/>
        <p:txBody>
          <a:bodyPr/>
          <a:lstStyle/>
          <a:p>
            <a:fld id="{28C6B470-179D-4B95-8906-D61C195EFD62}" type="slidenum">
              <a:rPr lang="en-US" smtClean="0"/>
              <a:t>8</a:t>
            </a:fld>
            <a:endParaRPr lang="en-US" dirty="0"/>
          </a:p>
        </p:txBody>
      </p:sp>
    </p:spTree>
    <p:extLst>
      <p:ext uri="{BB962C8B-B14F-4D97-AF65-F5344CB8AC3E}">
        <p14:creationId xmlns:p14="http://schemas.microsoft.com/office/powerpoint/2010/main" val="38992047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database category, I reviewed the </a:t>
            </a:r>
            <a:r>
              <a:rPr lang="en-US" dirty="0" err="1"/>
              <a:t>SQLAlchemy</a:t>
            </a:r>
            <a:r>
              <a:rPr lang="en-US" dirty="0"/>
              <a:t> models. The User model demonstrates several existing database-design practices. The user ID is a primary key, while email is both unique and indexed. </a:t>
            </a:r>
            <a:r>
              <a:rPr lang="en-US" dirty="0" err="1"/>
              <a:t>SQLAlchemy</a:t>
            </a:r>
            <a:r>
              <a:rPr lang="en-US" dirty="0"/>
              <a:t> relationships associate users with generated images, coloring books, credit lots, and transactions.</a:t>
            </a:r>
          </a:p>
        </p:txBody>
      </p:sp>
      <p:sp>
        <p:nvSpPr>
          <p:cNvPr id="4" name="Slide Number Placeholder 3"/>
          <p:cNvSpPr>
            <a:spLocks noGrp="1"/>
          </p:cNvSpPr>
          <p:nvPr>
            <p:ph type="sldNum" sz="quarter" idx="5"/>
          </p:nvPr>
        </p:nvSpPr>
        <p:spPr/>
        <p:txBody>
          <a:bodyPr/>
          <a:lstStyle/>
          <a:p>
            <a:fld id="{28C6B470-179D-4B95-8906-D61C195EFD62}" type="slidenum">
              <a:rPr lang="en-US" smtClean="0"/>
              <a:t>9</a:t>
            </a:fld>
            <a:endParaRPr lang="en-US" dirty="0"/>
          </a:p>
        </p:txBody>
      </p:sp>
    </p:spTree>
    <p:extLst>
      <p:ext uri="{BB962C8B-B14F-4D97-AF65-F5344CB8AC3E}">
        <p14:creationId xmlns:p14="http://schemas.microsoft.com/office/powerpoint/2010/main" val="11914686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already has a clear relational structure. </a:t>
            </a:r>
            <a:r>
              <a:rPr lang="en-US" dirty="0" err="1"/>
              <a:t>GeneratedImage</a:t>
            </a:r>
            <a:r>
              <a:rPr lang="en-US" dirty="0"/>
              <a:t> connects records to users and optionally to coloring books through foreign keys. However, some numeric fields, such as page counts and credit values, do not currently show database-level constraints preventing invalid negative values. I also identified fields involved in common relationships and retrieval operations that I can evaluate for additional indexing.</a:t>
            </a:r>
          </a:p>
        </p:txBody>
      </p:sp>
      <p:sp>
        <p:nvSpPr>
          <p:cNvPr id="4" name="Slide Number Placeholder 3"/>
          <p:cNvSpPr>
            <a:spLocks noGrp="1"/>
          </p:cNvSpPr>
          <p:nvPr>
            <p:ph type="sldNum" sz="quarter" idx="5"/>
          </p:nvPr>
        </p:nvSpPr>
        <p:spPr/>
        <p:txBody>
          <a:bodyPr/>
          <a:lstStyle/>
          <a:p>
            <a:fld id="{28C6B470-179D-4B95-8906-D61C195EFD62}" type="slidenum">
              <a:rPr lang="en-US" smtClean="0"/>
              <a:t>10</a:t>
            </a:fld>
            <a:endParaRPr lang="en-US" dirty="0"/>
          </a:p>
        </p:txBody>
      </p:sp>
    </p:spTree>
    <p:extLst>
      <p:ext uri="{BB962C8B-B14F-4D97-AF65-F5344CB8AC3E}">
        <p14:creationId xmlns:p14="http://schemas.microsoft.com/office/powerpoint/2010/main" val="1772996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database enhancement will be more specific than simply adding validation. I plan to add check constraints that prevent values such as </a:t>
            </a:r>
            <a:r>
              <a:rPr lang="en-US" dirty="0" err="1"/>
              <a:t>page_count</a:t>
            </a:r>
            <a:r>
              <a:rPr lang="en-US" dirty="0"/>
              <a:t>, </a:t>
            </a:r>
            <a:r>
              <a:rPr lang="en-US" dirty="0" err="1"/>
              <a:t>total_credits</a:t>
            </a:r>
            <a:r>
              <a:rPr lang="en-US" dirty="0"/>
              <a:t>, and </a:t>
            </a:r>
            <a:r>
              <a:rPr lang="en-US" dirty="0" err="1"/>
              <a:t>remaining_credits</a:t>
            </a:r>
            <a:r>
              <a:rPr lang="en-US" dirty="0"/>
              <a:t> from becoming negative. I also plan to evaluate a composite index on </a:t>
            </a:r>
            <a:r>
              <a:rPr lang="en-US" dirty="0" err="1"/>
              <a:t>GeneratedImage.user_id</a:t>
            </a:r>
            <a:r>
              <a:rPr lang="en-US" dirty="0"/>
              <a:t> and </a:t>
            </a:r>
            <a:r>
              <a:rPr lang="en-US" dirty="0" err="1"/>
              <a:t>created_at</a:t>
            </a:r>
            <a:r>
              <a:rPr lang="en-US" dirty="0"/>
              <a:t> because the application maintains a library of previously generated pages. The existing </a:t>
            </a:r>
            <a:r>
              <a:rPr lang="en-US" dirty="0" err="1"/>
              <a:t>User.email</a:t>
            </a:r>
            <a:r>
              <a:rPr lang="en-US" dirty="0"/>
              <a:t> field already demonstrates uniqueness and indexing, so I will preserve that existing constraint.</a:t>
            </a:r>
          </a:p>
        </p:txBody>
      </p:sp>
      <p:sp>
        <p:nvSpPr>
          <p:cNvPr id="4" name="Slide Number Placeholder 3"/>
          <p:cNvSpPr>
            <a:spLocks noGrp="1"/>
          </p:cNvSpPr>
          <p:nvPr>
            <p:ph type="sldNum" sz="quarter" idx="5"/>
          </p:nvPr>
        </p:nvSpPr>
        <p:spPr/>
        <p:txBody>
          <a:bodyPr/>
          <a:lstStyle/>
          <a:p>
            <a:fld id="{28C6B470-179D-4B95-8906-D61C195EFD62}" type="slidenum">
              <a:rPr lang="en-US" smtClean="0"/>
              <a:t>11</a:t>
            </a:fld>
            <a:endParaRPr lang="en-US" dirty="0"/>
          </a:p>
        </p:txBody>
      </p:sp>
    </p:spTree>
    <p:extLst>
      <p:ext uri="{BB962C8B-B14F-4D97-AF65-F5344CB8AC3E}">
        <p14:creationId xmlns:p14="http://schemas.microsoft.com/office/powerpoint/2010/main" val="1988848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this review identified three specific enhancement areas. For software engineering, I will separate CLI responsibilities from the generation workflow. For algorithms and data structures, I will improve the book-generation algorithm by tracking successful and failed page generations independently. For databases, I will add specific integrity constraints and evaluate targeted indexing. Together, these enhancements will demonstrate my ability to analyze an existing application and make purposeful improvements to its design, algorithms, and data management.</a:t>
            </a:r>
          </a:p>
        </p:txBody>
      </p:sp>
      <p:sp>
        <p:nvSpPr>
          <p:cNvPr id="4" name="Slide Number Placeholder 3"/>
          <p:cNvSpPr>
            <a:spLocks noGrp="1"/>
          </p:cNvSpPr>
          <p:nvPr>
            <p:ph type="sldNum" sz="quarter" idx="5"/>
          </p:nvPr>
        </p:nvSpPr>
        <p:spPr/>
        <p:txBody>
          <a:bodyPr/>
          <a:lstStyle/>
          <a:p>
            <a:fld id="{28C6B470-179D-4B95-8906-D61C195EFD62}" type="slidenum">
              <a:rPr lang="en-US" smtClean="0"/>
              <a:t>12</a:t>
            </a:fld>
            <a:endParaRPr lang="en-US" dirty="0"/>
          </a:p>
        </p:txBody>
      </p:sp>
    </p:spTree>
    <p:extLst>
      <p:ext uri="{BB962C8B-B14F-4D97-AF65-F5344CB8AC3E}">
        <p14:creationId xmlns:p14="http://schemas.microsoft.com/office/powerpoint/2010/main" val="1882879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9/18/2026</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601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2ABAD28B-DD56-4B56-883A-96608C765E28}" type="datetimeFigureOut">
              <a:rPr lang="en-US" smtClean="0"/>
              <a:t>9/18/2026</a:t>
            </a:fld>
            <a:endParaRPr lang="en-US" dirty="0"/>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userDrawn="1"/>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482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7578674-8064-3B2C-DA7F-7E3D0B7E90DB}"/>
              </a:ext>
            </a:extLst>
          </p:cNvPr>
          <p:cNvSpPr>
            <a:spLocks noGrp="1"/>
          </p:cNvSpPr>
          <p:nvPr>
            <p:ph type="ctrTitle"/>
          </p:nvPr>
        </p:nvSpPr>
        <p:spPr>
          <a:xfrm>
            <a:off x="1088136" y="1095763"/>
            <a:ext cx="9598152" cy="4144566"/>
          </a:xfrm>
        </p:spPr>
        <p:txBody>
          <a:bodyPr vert="horz" lIns="91440" tIns="45720" rIns="91440" bIns="45720" rtlCol="0" anchor="t">
            <a:normAutofit/>
          </a:bodyPr>
          <a:lstStyle>
            <a:lvl1pPr>
              <a:defRPr lang="en-US" sz="6000" dirty="0"/>
            </a:lvl1pPr>
          </a:lstStyle>
          <a:p>
            <a:pPr lvl="0"/>
            <a:r>
              <a:rPr lang="en-US" dirty="0"/>
              <a:t>Click to edit Master title style</a:t>
            </a:r>
          </a:p>
        </p:txBody>
      </p:sp>
      <p:sp>
        <p:nvSpPr>
          <p:cNvPr id="10" name="Subtitle 2">
            <a:extLst>
              <a:ext uri="{FF2B5EF4-FFF2-40B4-BE49-F238E27FC236}">
                <a16:creationId xmlns:a16="http://schemas.microsoft.com/office/drawing/2014/main" id="{9DABABE3-CA0A-1CAB-38CF-F3A5729B7D41}"/>
              </a:ext>
            </a:extLst>
          </p:cNvPr>
          <p:cNvSpPr>
            <a:spLocks noGrp="1"/>
          </p:cNvSpPr>
          <p:nvPr>
            <p:ph type="subTitle" idx="1"/>
          </p:nvPr>
        </p:nvSpPr>
        <p:spPr>
          <a:xfrm>
            <a:off x="1088136" y="5240329"/>
            <a:ext cx="7769354" cy="1012390"/>
          </a:xfrm>
        </p:spPr>
        <p:txBody>
          <a:bodyPr vert="horz" lIns="91440" tIns="45720" rIns="91440" bIns="45720" rtlCol="0" anchor="b">
            <a:normAutofit/>
          </a:bodyPr>
          <a:lstStyle>
            <a:lvl1pPr marL="0" indent="0">
              <a:lnSpc>
                <a:spcPct val="100000"/>
              </a:lnSpc>
              <a:buNone/>
              <a:defRPr lang="en-US" sz="20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9/18/2026</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7" name="Straight Connector 6">
            <a:extLst>
              <a:ext uri="{FF2B5EF4-FFF2-40B4-BE49-F238E27FC236}">
                <a16:creationId xmlns:a16="http://schemas.microsoft.com/office/drawing/2014/main" id="{CDFFF1FC-CDE9-3B47-D073-3394D4D035A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7761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BFF047-7A6B-BC21-B7D8-F250A7B5AD52}"/>
              </a:ext>
            </a:extLst>
          </p:cNvPr>
          <p:cNvSpPr>
            <a:spLocks noGrp="1"/>
          </p:cNvSpPr>
          <p:nvPr>
            <p:ph type="title"/>
          </p:nvPr>
        </p:nvSpPr>
        <p:spPr>
          <a:xfrm>
            <a:off x="1088136" y="1689380"/>
            <a:ext cx="7876287" cy="3614139"/>
          </a:xfrm>
        </p:spPr>
        <p:txBody>
          <a:bodyPr anchor="b">
            <a:noAutofit/>
          </a:bodyPr>
          <a:lstStyle>
            <a:lvl1pPr>
              <a:defRPr sz="6000"/>
            </a:lvl1pPr>
          </a:lstStyle>
          <a:p>
            <a:r>
              <a:rPr lang="en-US" dirty="0"/>
              <a:t>Click to edit Master title style</a:t>
            </a:r>
          </a:p>
        </p:txBody>
      </p:sp>
      <p:sp>
        <p:nvSpPr>
          <p:cNvPr id="14" name="Subtitle 2">
            <a:extLst>
              <a:ext uri="{FF2B5EF4-FFF2-40B4-BE49-F238E27FC236}">
                <a16:creationId xmlns:a16="http://schemas.microsoft.com/office/drawing/2014/main" id="{31F9B6D5-1061-6B04-A4A3-7F71A879F11E}"/>
              </a:ext>
            </a:extLst>
          </p:cNvPr>
          <p:cNvSpPr>
            <a:spLocks noGrp="1"/>
          </p:cNvSpPr>
          <p:nvPr>
            <p:ph type="subTitle" idx="1"/>
          </p:nvPr>
        </p:nvSpPr>
        <p:spPr>
          <a:xfrm>
            <a:off x="1088136" y="5306113"/>
            <a:ext cx="7375466" cy="1012390"/>
          </a:xfrm>
        </p:spPr>
        <p:txBody>
          <a:bodyPr vert="horz" lIns="91440" tIns="45720" rIns="91440" bIns="45720" rtlCol="0" anchor="t">
            <a:normAutofit/>
          </a:bodyPr>
          <a:lstStyle>
            <a:lvl1pPr marL="0" indent="0">
              <a:lnSpc>
                <a:spcPct val="100000"/>
              </a:lnSpc>
              <a:buNone/>
              <a:defRPr lang="en-US" sz="2000" dirty="0"/>
            </a:lvl1pPr>
          </a:lstStyle>
          <a:p>
            <a:pPr lvl="0"/>
            <a:r>
              <a:rPr lang="en-US"/>
              <a:t>Click to edit Master subtitle style</a:t>
            </a:r>
            <a:endParaRPr lang="en-US" dirty="0"/>
          </a:p>
        </p:txBody>
      </p:sp>
      <p:sp>
        <p:nvSpPr>
          <p:cNvPr id="9" name="Footer Placeholder 8">
            <a:extLst>
              <a:ext uri="{FF2B5EF4-FFF2-40B4-BE49-F238E27FC236}">
                <a16:creationId xmlns:a16="http://schemas.microsoft.com/office/drawing/2014/main" id="{6099C91B-9803-3812-63A6-5705DB9FE95D}"/>
              </a:ext>
            </a:extLst>
          </p:cNvPr>
          <p:cNvSpPr>
            <a:spLocks noGrp="1"/>
          </p:cNvSpPr>
          <p:nvPr>
            <p:ph type="ftr" sz="quarter" idx="11"/>
          </p:nvPr>
        </p:nvSpPr>
        <p:spPr/>
        <p:txBody>
          <a:bodyPr/>
          <a:lstStyle/>
          <a:p>
            <a:endParaRPr lang="en-US" dirty="0"/>
          </a:p>
        </p:txBody>
      </p:sp>
      <p:sp>
        <p:nvSpPr>
          <p:cNvPr id="8" name="Date Placeholder 7">
            <a:extLst>
              <a:ext uri="{FF2B5EF4-FFF2-40B4-BE49-F238E27FC236}">
                <a16:creationId xmlns:a16="http://schemas.microsoft.com/office/drawing/2014/main" id="{12DA3032-68CE-D997-667C-4C5C01E418A6}"/>
              </a:ext>
            </a:extLst>
          </p:cNvPr>
          <p:cNvSpPr>
            <a:spLocks noGrp="1"/>
          </p:cNvSpPr>
          <p:nvPr>
            <p:ph type="dt" sz="half" idx="10"/>
          </p:nvPr>
        </p:nvSpPr>
        <p:spPr/>
        <p:txBody>
          <a:bodyPr/>
          <a:lstStyle/>
          <a:p>
            <a:fld id="{2ABAD28B-DD56-4B56-883A-96608C765E28}" type="datetimeFigureOut">
              <a:rPr lang="en-US" smtClean="0"/>
              <a:t>9/18/2026</a:t>
            </a:fld>
            <a:endParaRPr lang="en-US" dirty="0"/>
          </a:p>
        </p:txBody>
      </p:sp>
      <p:sp>
        <p:nvSpPr>
          <p:cNvPr id="10" name="Slide Number Placeholder 9">
            <a:extLst>
              <a:ext uri="{FF2B5EF4-FFF2-40B4-BE49-F238E27FC236}">
                <a16:creationId xmlns:a16="http://schemas.microsoft.com/office/drawing/2014/main" id="{FC835D02-A0E8-5346-DE23-09C497D78BD1}"/>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4" name="Straight Connector 3">
            <a:extLst>
              <a:ext uri="{FF2B5EF4-FFF2-40B4-BE49-F238E27FC236}">
                <a16:creationId xmlns:a16="http://schemas.microsoft.com/office/drawing/2014/main" id="{C99E3101-0B78-A7AE-A693-73443263EEC8}"/>
              </a:ext>
              <a:ext uri="{C183D7F6-B498-43B3-948B-1728B52AA6E4}">
                <adec:decorative xmlns:adec="http://schemas.microsoft.com/office/drawing/2017/decorative" val="1"/>
              </a:ext>
            </a:extLst>
          </p:cNvPr>
          <p:cNvCxnSpPr>
            <a:cxnSpLocks/>
          </p:cNvCxnSpPr>
          <p:nvPr userDrawn="1"/>
        </p:nvCxnSpPr>
        <p:spPr>
          <a:xfrm>
            <a:off x="-6626" y="496546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67491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7C3FE82-1C77-7EDF-A1CD-DB107F252AE3}"/>
              </a:ext>
            </a:extLst>
          </p:cNvPr>
          <p:cNvSpPr>
            <a:spLocks noGrp="1"/>
          </p:cNvSpPr>
          <p:nvPr>
            <p:ph type="title"/>
          </p:nvPr>
        </p:nvSpPr>
        <p:spPr>
          <a:xfrm>
            <a:off x="1088136" y="1090244"/>
            <a:ext cx="10058400" cy="4021243"/>
          </a:xfrm>
        </p:spPr>
        <p:txBody>
          <a:bodyPr>
            <a:normAutofit/>
          </a:bodyPr>
          <a:lstStyle>
            <a:lvl1pPr>
              <a:defRPr sz="8000"/>
            </a:lvl1pPr>
          </a:lstStyle>
          <a:p>
            <a:r>
              <a:rPr lang="en-US"/>
              <a:t>Click to edit Master 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9/18/2026</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7" name="Straight Connector 6">
            <a:extLst>
              <a:ext uri="{FF2B5EF4-FFF2-40B4-BE49-F238E27FC236}">
                <a16:creationId xmlns:a16="http://schemas.microsoft.com/office/drawing/2014/main" id="{F708D0FD-E68E-587F-ED5A-5140B6EE7F7C}"/>
              </a:ext>
              <a:ext uri="{C183D7F6-B498-43B3-948B-1728B52AA6E4}">
                <adec:decorative xmlns:adec="http://schemas.microsoft.com/office/drawing/2017/decorative" val="1"/>
              </a:ext>
            </a:extLst>
          </p:cNvPr>
          <p:cNvCxnSpPr>
            <a:cxnSpLocks/>
          </p:cNvCxnSpPr>
          <p:nvPr userDrawn="1"/>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Subtitle 2">
            <a:extLst>
              <a:ext uri="{FF2B5EF4-FFF2-40B4-BE49-F238E27FC236}">
                <a16:creationId xmlns:a16="http://schemas.microsoft.com/office/drawing/2014/main" id="{65DB91C7-3013-1F4E-D55F-37E24A2C6878}"/>
              </a:ext>
            </a:extLst>
          </p:cNvPr>
          <p:cNvSpPr>
            <a:spLocks noGrp="1"/>
          </p:cNvSpPr>
          <p:nvPr>
            <p:ph type="subTitle" idx="1"/>
          </p:nvPr>
        </p:nvSpPr>
        <p:spPr>
          <a:xfrm>
            <a:off x="1088136" y="5360878"/>
            <a:ext cx="10015728" cy="566928"/>
          </a:xfrm>
        </p:spPr>
        <p:txBody>
          <a:bodyPr vert="horz" lIns="91440" tIns="45720" rIns="91440" bIns="45720" rtlCol="0" anchor="b">
            <a:normAutofit/>
          </a:bodyPr>
          <a:lstStyle>
            <a:lvl1pPr marL="0" indent="0" algn="r">
              <a:lnSpc>
                <a:spcPct val="100000"/>
              </a:lnSpc>
              <a:buNone/>
              <a:defRPr lang="en-US" sz="2000" dirty="0"/>
            </a:lvl1pPr>
          </a:lstStyle>
          <a:p>
            <a:pPr lvl="0"/>
            <a:r>
              <a:rPr lang="en-US" dirty="0"/>
              <a:t>Click to edit Master subtitle style</a:t>
            </a:r>
          </a:p>
        </p:txBody>
      </p:sp>
    </p:spTree>
    <p:extLst>
      <p:ext uri="{BB962C8B-B14F-4D97-AF65-F5344CB8AC3E}">
        <p14:creationId xmlns:p14="http://schemas.microsoft.com/office/powerpoint/2010/main" val="3923612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5">
    <p:bg>
      <p:bgRef idx="1001">
        <a:schemeClr val="bg1"/>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F708609-7047-A87D-944D-1FAA546F3CE0}"/>
              </a:ext>
            </a:extLst>
          </p:cNvPr>
          <p:cNvSpPr>
            <a:spLocks noGrp="1"/>
          </p:cNvSpPr>
          <p:nvPr>
            <p:ph type="title"/>
          </p:nvPr>
        </p:nvSpPr>
        <p:spPr>
          <a:xfrm>
            <a:off x="82296" y="64007"/>
            <a:ext cx="12015216" cy="5120639"/>
          </a:xfrm>
        </p:spPr>
        <p:txBody>
          <a:bodyPr>
            <a:normAutofit/>
          </a:bodyPr>
          <a:lstStyle>
            <a:lvl1pPr>
              <a:defRPr sz="11500"/>
            </a:lvl1pPr>
          </a:lstStyle>
          <a:p>
            <a:r>
              <a:rPr lang="en-US"/>
              <a:t>Click to edit Master title style</a:t>
            </a:r>
          </a:p>
        </p:txBody>
      </p:sp>
      <p:sp>
        <p:nvSpPr>
          <p:cNvPr id="9" name="Subtitle 2">
            <a:extLst>
              <a:ext uri="{FF2B5EF4-FFF2-40B4-BE49-F238E27FC236}">
                <a16:creationId xmlns:a16="http://schemas.microsoft.com/office/drawing/2014/main" id="{83B55518-9256-4E26-0E87-88DBBA9A4404}"/>
              </a:ext>
            </a:extLst>
          </p:cNvPr>
          <p:cNvSpPr>
            <a:spLocks noGrp="1"/>
          </p:cNvSpPr>
          <p:nvPr>
            <p:ph type="subTitle" idx="1"/>
          </p:nvPr>
        </p:nvSpPr>
        <p:spPr>
          <a:xfrm>
            <a:off x="1088136" y="53481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lvl1pPr>
              <a:defRPr>
                <a:solidFill>
                  <a:schemeClr val="tx1"/>
                </a:solidFill>
              </a:defRPr>
            </a:lvl1pPr>
          </a:lstStyle>
          <a:p>
            <a:fld id="{2ABAD28B-DD56-4B56-883A-96608C765E28}" type="datetimeFigureOut">
              <a:rPr lang="en-US" smtClean="0"/>
              <a:pPr/>
              <a:t>9/18/2026</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lvl1pPr>
              <a:defRPr>
                <a:solidFill>
                  <a:schemeClr val="tx1"/>
                </a:solidFill>
              </a:defRPr>
            </a:lvl1pPr>
          </a:lstStyle>
          <a:p>
            <a:fld id="{7DF5BAF5-ABAB-4575-8E56-D109A3D17F9F}" type="slidenum">
              <a:rPr lang="en-US" smtClean="0"/>
              <a:pPr/>
              <a:t>‹#›</a:t>
            </a:fld>
            <a:endParaRPr lang="en-US" dirty="0"/>
          </a:p>
        </p:txBody>
      </p:sp>
      <p:cxnSp>
        <p:nvCxnSpPr>
          <p:cNvPr id="8" name="Straight Connector 7">
            <a:extLst>
              <a:ext uri="{FF2B5EF4-FFF2-40B4-BE49-F238E27FC236}">
                <a16:creationId xmlns:a16="http://schemas.microsoft.com/office/drawing/2014/main" id="{C64158DF-756B-260C-69DA-D76C163B7274}"/>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2861494"/>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6">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697EF66-DC3D-B2CA-7F76-8D8A7ED29968}"/>
              </a:ext>
            </a:extLst>
          </p:cNvPr>
          <p:cNvSpPr>
            <a:spLocks noGrp="1"/>
          </p:cNvSpPr>
          <p:nvPr>
            <p:ph type="title"/>
          </p:nvPr>
        </p:nvSpPr>
        <p:spPr>
          <a:xfrm>
            <a:off x="82296" y="64008"/>
            <a:ext cx="8229600" cy="2621154"/>
          </a:xfrm>
        </p:spPr>
        <p:txBody>
          <a:bodyPr>
            <a:noAutofit/>
          </a:bodyPr>
          <a:lstStyle>
            <a:lvl1pPr>
              <a:defRPr sz="6000"/>
            </a:lvl1pPr>
          </a:lstStyle>
          <a:p>
            <a:r>
              <a:rPr lang="en-US"/>
              <a:t>Click to edit Master title style</a:t>
            </a:r>
          </a:p>
        </p:txBody>
      </p:sp>
      <p:sp>
        <p:nvSpPr>
          <p:cNvPr id="13" name="Subtitle 2">
            <a:extLst>
              <a:ext uri="{FF2B5EF4-FFF2-40B4-BE49-F238E27FC236}">
                <a16:creationId xmlns:a16="http://schemas.microsoft.com/office/drawing/2014/main" id="{0F2A94AC-5C1C-CE45-09E9-C80B1B71FA27}"/>
              </a:ext>
            </a:extLst>
          </p:cNvPr>
          <p:cNvSpPr>
            <a:spLocks noGrp="1"/>
          </p:cNvSpPr>
          <p:nvPr>
            <p:ph type="subTitle" idx="1"/>
          </p:nvPr>
        </p:nvSpPr>
        <p:spPr>
          <a:xfrm>
            <a:off x="3513954" y="4431379"/>
            <a:ext cx="7611246" cy="1465254"/>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9/18/2026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8" name="Straight Connector 7">
            <a:extLst>
              <a:ext uri="{FF2B5EF4-FFF2-40B4-BE49-F238E27FC236}">
                <a16:creationId xmlns:a16="http://schemas.microsoft.com/office/drawing/2014/main" id="{C2E6B14D-48CB-3652-5FBF-557B0DB0C006}"/>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51881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1"/>
            <a:ext cx="12191999" cy="4467828"/>
          </a:xfr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userDrawn="1"/>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endParaRPr lang="en-US" dirty="0"/>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2ABAD28B-DD56-4B56-883A-96608C765E28}" type="datetimeFigureOut">
              <a:rPr lang="en-US" smtClean="0"/>
              <a:pPr/>
              <a:t>9/18/2026</a:t>
            </a:fld>
            <a:endParaRPr lang="en-US" dirty="0"/>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191457646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08905" y="284481"/>
            <a:ext cx="4244009" cy="4320310"/>
          </a:xfrm>
        </p:spPr>
        <p:txBody>
          <a:bodyPr vert="horz" lIns="91440" tIns="45720" rIns="91440" bIns="45720" rtlCol="0" anchor="t">
            <a:normAutofit/>
          </a:bodyPr>
          <a:lstStyle>
            <a:lvl1pPr>
              <a:defRPr lang="en-US" sz="36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08905" y="4827642"/>
            <a:ext cx="3916294" cy="1033669"/>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69670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208906" y="6438900"/>
            <a:ext cx="2351783" cy="419100"/>
          </a:xfrm>
        </p:spPr>
        <p:txBody>
          <a:bodyPr/>
          <a:lstStyle/>
          <a:p>
            <a:r>
              <a:rPr lang="en-US"/>
              <a:t>Sample Footer Text</a:t>
            </a:r>
            <a:endParaRPr lang="en-US" dirty="0"/>
          </a:p>
        </p:txBody>
      </p:sp>
      <p:sp>
        <p:nvSpPr>
          <p:cNvPr id="8" name="Date Placeholder 4">
            <a:extLst>
              <a:ext uri="{FF2B5EF4-FFF2-40B4-BE49-F238E27FC236}">
                <a16:creationId xmlns:a16="http://schemas.microsoft.com/office/drawing/2014/main" id="{80C9AB94-8F6E-3F2E-B012-AADB80E54860}"/>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9/18/2026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cxnSp>
        <p:nvCxnSpPr>
          <p:cNvPr id="7" name="Straight Connector 6">
            <a:extLst>
              <a:ext uri="{FF2B5EF4-FFF2-40B4-BE49-F238E27FC236}">
                <a16:creationId xmlns:a16="http://schemas.microsoft.com/office/drawing/2014/main" id="{2BA6CE1C-3B05-36AC-25B7-6050ED0CBE18}"/>
              </a:ext>
              <a:ext uri="{C183D7F6-B498-43B3-948B-1728B52AA6E4}">
                <adec:decorative xmlns:adec="http://schemas.microsoft.com/office/drawing/2017/decorative" val="1"/>
              </a:ext>
            </a:extLst>
          </p:cNvPr>
          <p:cNvCxnSpPr>
            <a:cxnSpLocks/>
          </p:cNvCxnSpPr>
          <p:nvPr userDrawn="1"/>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00935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61778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r>
              <a:rPr lang="en-US"/>
              <a:t>Sample Footer Text</a:t>
            </a:r>
            <a:endParaRPr lang="en-US" dirty="0"/>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9/18/2026</a:t>
            </a:fld>
            <a:endParaRPr lang="en-US" dirty="0"/>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417392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1055" y="1111101"/>
            <a:ext cx="4179762" cy="3935983"/>
          </a:xfrm>
        </p:spPr>
        <p:txBody>
          <a:bodyPr vert="horz" lIns="91440" tIns="45720" rIns="91440" bIns="45720" rtlCol="0" anchor="t">
            <a:normAutofit/>
          </a:bodyPr>
          <a:lstStyle>
            <a:lvl1pPr>
              <a:defRPr lang="en-US" sz="36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91688" y="5190622"/>
            <a:ext cx="4179762" cy="1095877"/>
          </a:xfrm>
        </p:spPr>
        <p:txBody>
          <a:bodyPr vert="horz" lIns="91440" tIns="45720" rIns="91440" bIns="45720" rtlCol="0" anchor="b">
            <a:normAutofit/>
          </a:bodyPr>
          <a:lstStyle>
            <a:lvl1pPr marL="0" indent="0">
              <a:lnSpc>
                <a:spcPct val="100000"/>
              </a:lnSpc>
              <a:buNone/>
              <a:defRPr lang="en-US" sz="1600" dirty="0"/>
            </a:lvl1pPr>
          </a:lstStyle>
          <a:p>
            <a:pPr lvl="0"/>
            <a:r>
              <a:rPr lang="en-US" dirty="0"/>
              <a:t>Click to edit Master subtitle style</a:t>
            </a:r>
          </a:p>
        </p:txBody>
      </p:sp>
      <p:cxnSp>
        <p:nvCxnSpPr>
          <p:cNvPr id="4" name="Straight Connector 3">
            <a:extLst>
              <a:ext uri="{FF2B5EF4-FFF2-40B4-BE49-F238E27FC236}">
                <a16:creationId xmlns:a16="http://schemas.microsoft.com/office/drawing/2014/main" id="{246DF655-18E5-0F01-A30A-A66220E09345}"/>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4B984BF6-8944-BCD9-907F-19E062A93E04}"/>
              </a:ext>
            </a:extLst>
          </p:cNvPr>
          <p:cNvSpPr>
            <a:spLocks noGrp="1"/>
          </p:cNvSpPr>
          <p:nvPr>
            <p:ph type="ftr" sz="quarter" idx="11"/>
          </p:nvPr>
        </p:nvSpPr>
        <p:spPr>
          <a:xfrm>
            <a:off x="1091689" y="6430037"/>
            <a:ext cx="2604618"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0A1EB0B-7080-C0FF-A599-2F24CE797B37}"/>
              </a:ext>
            </a:extLst>
          </p:cNvPr>
          <p:cNvSpPr>
            <a:spLocks noGrp="1"/>
          </p:cNvSpPr>
          <p:nvPr>
            <p:ph type="dt" sz="half" idx="15"/>
          </p:nvPr>
        </p:nvSpPr>
        <p:spPr>
          <a:xfrm>
            <a:off x="3786513" y="6430037"/>
            <a:ext cx="864704" cy="419100"/>
          </a:xfrm>
        </p:spPr>
        <p:txBody>
          <a:bodyPr/>
          <a:lstStyle/>
          <a:p>
            <a:fld id="{2ABAD28B-DD56-4B56-883A-96608C765E28}" type="datetimeFigureOut">
              <a:rPr lang="en-US" smtClean="0"/>
              <a:pPr/>
              <a:t>9/18/2026</a:t>
            </a:fld>
            <a:endParaRPr lang="en-US" dirty="0"/>
          </a:p>
        </p:txBody>
      </p:sp>
      <p:sp>
        <p:nvSpPr>
          <p:cNvPr id="10" name="Slide Number Placeholder 5">
            <a:extLst>
              <a:ext uri="{FF2B5EF4-FFF2-40B4-BE49-F238E27FC236}">
                <a16:creationId xmlns:a16="http://schemas.microsoft.com/office/drawing/2014/main" id="{D9E47F5A-D737-9005-3896-E6383830C7E3}"/>
              </a:ext>
            </a:extLst>
          </p:cNvPr>
          <p:cNvSpPr>
            <a:spLocks noGrp="1"/>
          </p:cNvSpPr>
          <p:nvPr>
            <p:ph type="sldNum" sz="quarter" idx="12"/>
          </p:nvPr>
        </p:nvSpPr>
        <p:spPr>
          <a:xfrm>
            <a:off x="4659381" y="6430037"/>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00050" y="0"/>
            <a:ext cx="669195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6220620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2ABAD28B-DD56-4B56-883A-96608C765E28}" type="datetimeFigureOut">
              <a:rPr lang="en-US" smtClean="0"/>
              <a:pPr/>
              <a:t>9/18/2026</a:t>
            </a:fld>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7DF5BAF5-ABAB-4575-8E56-D109A3D17F9F}" type="slidenum">
              <a:rPr lang="en-US" smtClean="0"/>
              <a:pPr/>
              <a:t>‹#›</a:t>
            </a:fld>
            <a:endParaRPr lang="en-US" dirty="0"/>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userDrawn="1"/>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07787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9/18/2026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1217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8A60B404-9532-4DA8-8A40-EC339A5BE635}" type="datetime1">
              <a:rPr lang="en-US" smtClean="0"/>
              <a:t>9/18/2026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CC057153-B650-4DEB-B370-79DDCFDCE934}" type="slidenum">
              <a:rPr lang="en-US" smtClean="0"/>
              <a:t>‹#›</a:t>
            </a:fld>
            <a:endParaRPr lang="en-US" dirty="0"/>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14183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587999" y="405240"/>
            <a:ext cx="5916508" cy="1819662"/>
          </a:xfrm>
        </p:spPr>
        <p:txBody>
          <a:bodyPr anchor="b">
            <a:normAutofit/>
          </a:bodyPr>
          <a:lstStyle>
            <a:lvl1pPr>
              <a:defRPr sz="80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481119"/>
            <a:ext cx="5916507" cy="3394364"/>
          </a:xfrm>
        </p:spPr>
        <p:txBody>
          <a:bodyPr anchor="b">
            <a:normAutofit/>
          </a:bodyPr>
          <a:lstStyle>
            <a:lvl1pPr marL="457200" indent="-457200">
              <a:lnSpc>
                <a:spcPct val="100000"/>
              </a:lnSpc>
              <a:buFont typeface="+mj-lt"/>
              <a:buAutoNum type="arabicPeriod"/>
              <a:defRPr sz="2000"/>
            </a:lvl1pPr>
            <a:lvl2pPr marL="571500" indent="-3429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a:lnSpc>
                <a:spcPct val="100000"/>
              </a:lnSpc>
              <a:buFont typeface="+mj-lt"/>
              <a:buAutoNum type="arabicPeriod"/>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AF50F4DE-D5C9-EDEE-A6C1-8053893B18C6}"/>
              </a:ext>
              <a:ext uri="{C183D7F6-B498-43B3-948B-1728B52AA6E4}">
                <adec:decorative xmlns:adec="http://schemas.microsoft.com/office/drawing/2017/decorative" val="1"/>
              </a:ext>
            </a:extLst>
          </p:cNvPr>
          <p:cNvCxnSpPr>
            <a:cxnSpLocks/>
          </p:cNvCxnSpPr>
          <p:nvPr userDrawn="1"/>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0E02C9ED-7E7F-43D6-3567-8A7D0DC86025}"/>
              </a:ext>
            </a:extLst>
          </p:cNvPr>
          <p:cNvSpPr>
            <a:spLocks noGrp="1"/>
          </p:cNvSpPr>
          <p:nvPr>
            <p:ph type="ftr" sz="quarter" idx="11"/>
          </p:nvPr>
        </p:nvSpPr>
        <p:spPr>
          <a:xfrm>
            <a:off x="5588000" y="6438900"/>
            <a:ext cx="3972690" cy="419100"/>
          </a:xfrm>
        </p:spPr>
        <p:txBody>
          <a:bodyPr/>
          <a:lstStyle/>
          <a:p>
            <a:r>
              <a:rPr lang="en-US" dirty="0"/>
              <a:t>Sample Footer Text</a:t>
            </a:r>
          </a:p>
        </p:txBody>
      </p:sp>
      <p:sp>
        <p:nvSpPr>
          <p:cNvPr id="13" name="Date Placeholder 4">
            <a:extLst>
              <a:ext uri="{FF2B5EF4-FFF2-40B4-BE49-F238E27FC236}">
                <a16:creationId xmlns:a16="http://schemas.microsoft.com/office/drawing/2014/main" id="{94369780-1787-623B-A3F0-C72DED32992F}"/>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9/18/2026</a:t>
            </a:fld>
            <a:endParaRPr lang="en-US" dirty="0"/>
          </a:p>
        </p:txBody>
      </p:sp>
      <p:sp>
        <p:nvSpPr>
          <p:cNvPr id="14" name="Slide Number Placeholder 5">
            <a:extLst>
              <a:ext uri="{FF2B5EF4-FFF2-40B4-BE49-F238E27FC236}">
                <a16:creationId xmlns:a16="http://schemas.microsoft.com/office/drawing/2014/main" id="{B9B34B61-93E0-16E5-3DE1-0085D9CB4486}"/>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553618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A8E2B0F-68B7-6425-620F-3E3285F51A3E}"/>
              </a:ext>
            </a:extLst>
          </p:cNvPr>
          <p:cNvSpPr>
            <a:spLocks noGrp="1"/>
          </p:cNvSpPr>
          <p:nvPr>
            <p:ph type="title"/>
          </p:nvPr>
        </p:nvSpPr>
        <p:spPr>
          <a:xfrm>
            <a:off x="1088136" y="1090244"/>
            <a:ext cx="4659277" cy="166980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F2BB16B-437E-D6AB-E317-2BE63ABCB1E0}"/>
              </a:ext>
            </a:extLst>
          </p:cNvPr>
          <p:cNvSpPr>
            <a:spLocks noGrp="1"/>
          </p:cNvSpPr>
          <p:nvPr>
            <p:ph sz="quarter" idx="14"/>
          </p:nvPr>
        </p:nvSpPr>
        <p:spPr>
          <a:xfrm>
            <a:off x="6444588" y="1090244"/>
            <a:ext cx="4680612" cy="1670050"/>
          </a:xfrm>
        </p:spPr>
        <p:txBody>
          <a:bodyPr/>
          <a:lstStyle>
            <a:lvl1pPr>
              <a:lnSpc>
                <a:spcPct val="100000"/>
              </a:lnSpc>
              <a:buFontTx/>
              <a:buNone/>
              <a:defRPr baseline="0"/>
            </a:lvl1pPr>
            <a:lvl2pPr marL="228600" indent="0">
              <a:lnSpc>
                <a:spcPct val="100000"/>
              </a:lnSpc>
              <a:buFontTx/>
              <a:buNone/>
              <a:defRPr baseline="0"/>
            </a:lvl2pPr>
            <a:lvl3pPr marL="457200" indent="0">
              <a:lnSpc>
                <a:spcPct val="100000"/>
              </a:lnSpc>
              <a:buFontTx/>
              <a:buNone/>
              <a:defRPr baseline="0"/>
            </a:lvl3pPr>
            <a:lvl4pPr marL="685800" indent="0">
              <a:lnSpc>
                <a:spcPct val="100000"/>
              </a:lnSpc>
              <a:buFontTx/>
              <a:buNone/>
              <a:defRPr baseline="0"/>
            </a:lvl4pPr>
            <a:lvl5pPr marL="914400" indent="0">
              <a:lnSpc>
                <a:spcPct val="100000"/>
              </a:lnSpc>
              <a:buFontTx/>
              <a:buNone/>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9/18/2026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7" name="Straight Connector 6">
            <a:extLst>
              <a:ext uri="{FF2B5EF4-FFF2-40B4-BE49-F238E27FC236}">
                <a16:creationId xmlns:a16="http://schemas.microsoft.com/office/drawing/2014/main" id="{66FBA52A-0B44-31D0-A581-D65241A30F6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84131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493858" cy="3456894"/>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263141" y="1115290"/>
            <a:ext cx="5862059" cy="346121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9/18/2026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28C9ED00-129A-337D-199B-933973FFF6B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16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9/18/2026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84715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5733" y="1119386"/>
            <a:ext cx="3496147" cy="4940661"/>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63418" y="1119386"/>
            <a:ext cx="6242849" cy="4940661"/>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92AD61-D199-4B74-B80B-2001400510FA}" type="datetime1">
              <a:rPr lang="en-US" smtClean="0"/>
              <a:t>9/18/2026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317C024E-BDA9-596A-880A-BD5A17F5C7F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6072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1">
              <a:rPr lang="en-US" smtClean="0"/>
              <a:t>9/18/2026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04129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dirty="0"/>
              <a:t>Click to edit Master title style</a:t>
            </a:r>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12192"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9/18/2026</a:t>
            </a:fld>
            <a:endParaRPr lang="en-US" dirty="0"/>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31919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780" y="1111101"/>
            <a:ext cx="6339541" cy="114300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790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E94E29EC-6D85-E8CA-F571-29C29779804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91F623F8-148C-BF68-DC1B-B1261EF2B177}"/>
              </a:ext>
            </a:extLst>
          </p:cNvPr>
          <p:cNvSpPr>
            <a:spLocks noGrp="1"/>
          </p:cNvSpPr>
          <p:nvPr>
            <p:ph type="ftr" sz="quarter" idx="11"/>
          </p:nvPr>
        </p:nvSpPr>
        <p:spPr>
          <a:xfrm>
            <a:off x="1097781" y="6438900"/>
            <a:ext cx="4775030" cy="419100"/>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F4339383-0924-E735-8737-2CFD7A1D40E9}"/>
              </a:ext>
            </a:extLst>
          </p:cNvPr>
          <p:cNvSpPr>
            <a:spLocks noGrp="1"/>
          </p:cNvSpPr>
          <p:nvPr>
            <p:ph type="dt" sz="half" idx="15"/>
          </p:nvPr>
        </p:nvSpPr>
        <p:spPr>
          <a:xfrm>
            <a:off x="5963017" y="6438900"/>
            <a:ext cx="864704" cy="419100"/>
          </a:xfrm>
        </p:spPr>
        <p:txBody>
          <a:bodyPr/>
          <a:lstStyle/>
          <a:p>
            <a:fld id="{2ABAD28B-DD56-4B56-883A-96608C765E28}" type="datetimeFigureOut">
              <a:rPr lang="en-US" smtClean="0"/>
              <a:pPr/>
              <a:t>9/18/2026</a:t>
            </a:fld>
            <a:endParaRPr lang="en-US" dirty="0"/>
          </a:p>
        </p:txBody>
      </p:sp>
      <p:sp>
        <p:nvSpPr>
          <p:cNvPr id="6" name="Slide Number Placeholder 5">
            <a:extLst>
              <a:ext uri="{FF2B5EF4-FFF2-40B4-BE49-F238E27FC236}">
                <a16:creationId xmlns:a16="http://schemas.microsoft.com/office/drawing/2014/main" id="{92279924-70A9-325D-5C94-812F304840DB}"/>
              </a:ext>
            </a:extLst>
          </p:cNvPr>
          <p:cNvSpPr>
            <a:spLocks noGrp="1"/>
          </p:cNvSpPr>
          <p:nvPr>
            <p:ph type="sldNum" sz="quarter" idx="12"/>
          </p:nvPr>
        </p:nvSpPr>
        <p:spPr>
          <a:xfrm>
            <a:off x="6835885"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85414"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0498344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a:t>Click to edit Master title style</a:t>
            </a:r>
            <a:endParaRPr lang="en-US" dirty="0"/>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0"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9/18/2026</a:t>
            </a:fld>
            <a:endParaRPr lang="en-US" dirty="0"/>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204964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r>
              <a:rPr lang="en-US" dirty="0"/>
              <a:t>Sample Footer Text</a:t>
            </a:r>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fld id="{2ABAD28B-DD56-4B56-883A-96608C765E28}" type="datetimeFigureOut">
              <a:rPr lang="en-US" smtClean="0"/>
              <a:pPr/>
              <a:t>9/18/2026</a:t>
            </a:fld>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AEAA3239-9EA4-4A65-A281-97F994456D9F}" type="slidenum">
              <a:rPr lang="en-US" smtClean="0"/>
              <a:t>‹#›</a:t>
            </a:fld>
            <a:endParaRPr lang="en-US"/>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5233320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86751" y="1115736"/>
            <a:ext cx="4738450" cy="1283986"/>
          </a:xfrm>
        </p:spPr>
        <p:txBody>
          <a:bodyPr anchor="t">
            <a:normAutofit/>
          </a:bodyPr>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F01DFFF1-3C5B-AB29-A606-DE5652872224}"/>
              </a:ext>
            </a:extLst>
          </p:cNvPr>
          <p:cNvSpPr>
            <a:spLocks noGrp="1"/>
          </p:cNvSpPr>
          <p:nvPr>
            <p:ph type="pic" sz="quarter" idx="13" hasCustomPrompt="1"/>
          </p:nvPr>
        </p:nvSpPr>
        <p:spPr>
          <a:xfrm>
            <a:off x="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Content Placeholder 7">
            <a:extLst>
              <a:ext uri="{FF2B5EF4-FFF2-40B4-BE49-F238E27FC236}">
                <a16:creationId xmlns:a16="http://schemas.microsoft.com/office/drawing/2014/main" id="{E2816D63-0E0C-C808-4BF8-6A562C18459A}"/>
              </a:ext>
            </a:extLst>
          </p:cNvPr>
          <p:cNvSpPr>
            <a:spLocks noGrp="1"/>
          </p:cNvSpPr>
          <p:nvPr>
            <p:ph sz="quarter" idx="15"/>
          </p:nvPr>
        </p:nvSpPr>
        <p:spPr>
          <a:xfrm>
            <a:off x="6386751" y="2552124"/>
            <a:ext cx="4738450" cy="3734376"/>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04FCA30A-9E9D-9618-76A9-8B4CFF8E32FB}"/>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536C1912-E3D3-9A9F-E1CD-E0E6FFC247FA}"/>
              </a:ext>
            </a:extLst>
          </p:cNvPr>
          <p:cNvSpPr>
            <a:spLocks noGrp="1"/>
          </p:cNvSpPr>
          <p:nvPr>
            <p:ph type="ftr" sz="quarter" idx="11"/>
          </p:nvPr>
        </p:nvSpPr>
        <p:spPr>
          <a:xfrm>
            <a:off x="6386752" y="6438900"/>
            <a:ext cx="3173938" cy="419100"/>
          </a:xfrm>
        </p:spPr>
        <p:txBody>
          <a:bodyPr/>
          <a:lstStyle/>
          <a:p>
            <a:r>
              <a:rPr lang="en-US"/>
              <a:t>Sample Footer Text</a:t>
            </a:r>
            <a:endParaRPr lang="en-US" dirty="0"/>
          </a:p>
        </p:txBody>
      </p:sp>
      <p:sp>
        <p:nvSpPr>
          <p:cNvPr id="4" name="Date Placeholder 4">
            <a:extLst>
              <a:ext uri="{FF2B5EF4-FFF2-40B4-BE49-F238E27FC236}">
                <a16:creationId xmlns:a16="http://schemas.microsoft.com/office/drawing/2014/main" id="{8D67CAFB-8059-63E5-52A8-1184092A0F3D}"/>
              </a:ext>
            </a:extLst>
          </p:cNvPr>
          <p:cNvSpPr>
            <a:spLocks noGrp="1"/>
          </p:cNvSpPr>
          <p:nvPr>
            <p:ph type="dt" sz="half" idx="16"/>
          </p:nvPr>
        </p:nvSpPr>
        <p:spPr>
          <a:xfrm>
            <a:off x="9650896" y="6438900"/>
            <a:ext cx="864704" cy="419100"/>
          </a:xfrm>
        </p:spPr>
        <p:txBody>
          <a:bodyPr/>
          <a:lstStyle/>
          <a:p>
            <a:fld id="{2ABAD28B-DD56-4B56-883A-96608C765E28}" type="datetimeFigureOut">
              <a:rPr lang="en-US" smtClean="0"/>
              <a:pPr/>
              <a:t>9/18/2026</a:t>
            </a:fld>
            <a:endParaRPr lang="en-US" dirty="0"/>
          </a:p>
        </p:txBody>
      </p:sp>
      <p:sp>
        <p:nvSpPr>
          <p:cNvPr id="8" name="Slide Number Placeholder 5">
            <a:extLst>
              <a:ext uri="{FF2B5EF4-FFF2-40B4-BE49-F238E27FC236}">
                <a16:creationId xmlns:a16="http://schemas.microsoft.com/office/drawing/2014/main" id="{12D5E22B-CB25-9948-A8AA-BACF7E422F0B}"/>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82328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r>
              <a:rPr lang="en-US" dirty="0"/>
              <a:t>Sample Footer Text</a:t>
            </a:r>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fld id="{2ABAD28B-DD56-4B56-883A-96608C765E28}" type="datetimeFigureOut">
              <a:rPr lang="en-US" smtClean="0"/>
              <a:pPr/>
              <a:t>9/18/2026</a:t>
            </a:fld>
            <a:endParaRPr lang="en-US" dirty="0"/>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8302217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1355" y="1111101"/>
            <a:ext cx="3813845" cy="1493861"/>
          </a:xfrm>
        </p:spPr>
        <p:txBody>
          <a:bodyPr anchor="t">
            <a:normAutofit/>
          </a:bodyPr>
          <a:lstStyle>
            <a:lvl1pPr>
              <a:defRPr sz="3600"/>
            </a:lvl1pPr>
          </a:lstStyle>
          <a:p>
            <a:r>
              <a:rPr lang="en-US" dirty="0"/>
              <a:t>Click to edit Master title style</a:t>
            </a:r>
          </a:p>
        </p:txBody>
      </p:sp>
      <p:sp>
        <p:nvSpPr>
          <p:cNvPr id="5" name="Picture Placeholder 10">
            <a:extLst>
              <a:ext uri="{FF2B5EF4-FFF2-40B4-BE49-F238E27FC236}">
                <a16:creationId xmlns:a16="http://schemas.microsoft.com/office/drawing/2014/main" id="{F6B569F2-50A1-6E37-5081-6843927083F0}"/>
              </a:ext>
            </a:extLst>
          </p:cNvPr>
          <p:cNvSpPr>
            <a:spLocks noGrp="1"/>
          </p:cNvSpPr>
          <p:nvPr>
            <p:ph type="pic" sz="quarter" idx="13" hasCustomPrompt="1"/>
          </p:nvPr>
        </p:nvSpPr>
        <p:spPr>
          <a:xfrm>
            <a:off x="1219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7" name="Content Placeholder 7">
            <a:extLst>
              <a:ext uri="{FF2B5EF4-FFF2-40B4-BE49-F238E27FC236}">
                <a16:creationId xmlns:a16="http://schemas.microsoft.com/office/drawing/2014/main" id="{7B790101-D67D-E697-E691-37D8E802AC85}"/>
              </a:ext>
            </a:extLst>
          </p:cNvPr>
          <p:cNvSpPr>
            <a:spLocks noGrp="1"/>
          </p:cNvSpPr>
          <p:nvPr>
            <p:ph sz="quarter" idx="18"/>
          </p:nvPr>
        </p:nvSpPr>
        <p:spPr>
          <a:xfrm>
            <a:off x="7311355"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84F1FBBF-D97E-831B-C809-27FFA216026F}"/>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456D6AD1-4AB5-D3E4-10D2-9E53DB2CC8EA}"/>
              </a:ext>
            </a:extLst>
          </p:cNvPr>
          <p:cNvSpPr>
            <a:spLocks noGrp="1"/>
          </p:cNvSpPr>
          <p:nvPr>
            <p:ph type="ftr" sz="quarter" idx="11"/>
          </p:nvPr>
        </p:nvSpPr>
        <p:spPr>
          <a:xfrm>
            <a:off x="7311355" y="6438900"/>
            <a:ext cx="2249334" cy="419100"/>
          </a:xfrm>
        </p:spPr>
        <p:txBody>
          <a:bodyPr/>
          <a:lstStyle/>
          <a:p>
            <a:r>
              <a:rPr lang="en-US" dirty="0"/>
              <a:t>Sample Footer Text</a:t>
            </a:r>
          </a:p>
        </p:txBody>
      </p:sp>
      <p:sp>
        <p:nvSpPr>
          <p:cNvPr id="8" name="Date Placeholder 4">
            <a:extLst>
              <a:ext uri="{FF2B5EF4-FFF2-40B4-BE49-F238E27FC236}">
                <a16:creationId xmlns:a16="http://schemas.microsoft.com/office/drawing/2014/main" id="{9760FBEC-EA46-6A15-284D-4BBD1E04A1B4}"/>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9/18/2026</a:t>
            </a:fld>
            <a:endParaRPr lang="en-US" dirty="0"/>
          </a:p>
        </p:txBody>
      </p:sp>
      <p:sp>
        <p:nvSpPr>
          <p:cNvPr id="11" name="Slide Number Placeholder 5">
            <a:extLst>
              <a:ext uri="{FF2B5EF4-FFF2-40B4-BE49-F238E27FC236}">
                <a16:creationId xmlns:a16="http://schemas.microsoft.com/office/drawing/2014/main" id="{919DC249-6449-71C0-F0A2-E5A28E550CB0}"/>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839722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2ABAD28B-DD56-4B56-883A-96608C765E28}" type="datetimeFigureOut">
              <a:rPr lang="en-US" smtClean="0"/>
              <a:pPr/>
              <a:t>9/18/2026</a:t>
            </a:fld>
            <a:endParaRPr lang="en-US" dirty="0"/>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1704586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dirty="0"/>
              <a:t>Click to edit Master title style</a:t>
            </a:r>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2192"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r>
              <a:rPr lang="en-US" dirty="0"/>
              <a:t>Sample Footer Text</a:t>
            </a:r>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fld id="{2ABAD28B-DD56-4B56-883A-96608C765E28}" type="datetimeFigureOut">
              <a:rPr lang="en-US" smtClean="0"/>
              <a:pPr/>
              <a:t>9/18/2026</a:t>
            </a:fld>
            <a:endParaRPr lang="en-US" dirty="0"/>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6379109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1746" y="1112431"/>
            <a:ext cx="3230992" cy="1858941"/>
          </a:xfrm>
        </p:spPr>
        <p:txBody>
          <a:bodyPr anchor="t"/>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092741"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DC26608-3419-7FD3-1CD3-EB1EF597746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2FF5E252-7CD5-70EF-A3E5-C079B418EA8A}"/>
              </a:ext>
            </a:extLst>
          </p:cNvPr>
          <p:cNvSpPr>
            <a:spLocks noGrp="1"/>
          </p:cNvSpPr>
          <p:nvPr>
            <p:ph type="ftr" sz="quarter" idx="11"/>
          </p:nvPr>
        </p:nvSpPr>
        <p:spPr>
          <a:xfrm>
            <a:off x="1091746" y="6438900"/>
            <a:ext cx="1656002" cy="419100"/>
          </a:xfrm>
        </p:spPr>
        <p:txBody>
          <a:bodyPr/>
          <a:lstStyle/>
          <a:p>
            <a:r>
              <a:rPr lang="en-US"/>
              <a:t>Sample Footer Text</a:t>
            </a:r>
            <a:endParaRPr lang="en-US" dirty="0"/>
          </a:p>
        </p:txBody>
      </p:sp>
      <p:sp>
        <p:nvSpPr>
          <p:cNvPr id="9" name="Date Placeholder 4">
            <a:extLst>
              <a:ext uri="{FF2B5EF4-FFF2-40B4-BE49-F238E27FC236}">
                <a16:creationId xmlns:a16="http://schemas.microsoft.com/office/drawing/2014/main" id="{7204A7B0-14BD-7B7E-62AF-3685F9B4BFEF}"/>
              </a:ext>
            </a:extLst>
          </p:cNvPr>
          <p:cNvSpPr>
            <a:spLocks noGrp="1"/>
          </p:cNvSpPr>
          <p:nvPr>
            <p:ph type="dt" sz="half" idx="15"/>
          </p:nvPr>
        </p:nvSpPr>
        <p:spPr>
          <a:xfrm>
            <a:off x="2837954" y="6438900"/>
            <a:ext cx="864704" cy="419100"/>
          </a:xfrm>
        </p:spPr>
        <p:txBody>
          <a:bodyPr/>
          <a:lstStyle/>
          <a:p>
            <a:fld id="{2ABAD28B-DD56-4B56-883A-96608C765E28}" type="datetimeFigureOut">
              <a:rPr lang="en-US" smtClean="0"/>
              <a:pPr/>
              <a:t>9/18/2026</a:t>
            </a:fld>
            <a:endParaRPr lang="en-US" dirty="0"/>
          </a:p>
        </p:txBody>
      </p:sp>
      <p:sp>
        <p:nvSpPr>
          <p:cNvPr id="11" name="Slide Number Placeholder 5">
            <a:extLst>
              <a:ext uri="{FF2B5EF4-FFF2-40B4-BE49-F238E27FC236}">
                <a16:creationId xmlns:a16="http://schemas.microsoft.com/office/drawing/2014/main" id="{33A8D2A5-F36B-C5DD-6ABC-6D69A63EFD3E}"/>
              </a:ext>
            </a:extLst>
          </p:cNvPr>
          <p:cNvSpPr>
            <a:spLocks noGrp="1"/>
          </p:cNvSpPr>
          <p:nvPr>
            <p:ph type="sldNum" sz="quarter" idx="12"/>
          </p:nvPr>
        </p:nvSpPr>
        <p:spPr>
          <a:xfrm>
            <a:off x="3710822" y="6438900"/>
            <a:ext cx="601436" cy="419100"/>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710223"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492067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03132" y="4454843"/>
            <a:ext cx="2734129" cy="1988825"/>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6911"/>
            <a:ext cx="12192000" cy="413645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36199" y="4454843"/>
            <a:ext cx="7579766" cy="198882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CCF35F03-6B82-7805-3568-C459D0906B68}"/>
              </a:ext>
              <a:ext uri="{C183D7F6-B498-43B3-948B-1728B52AA6E4}">
                <adec:decorative xmlns:adec="http://schemas.microsoft.com/office/drawing/2017/decorative" val="1"/>
              </a:ext>
            </a:extLst>
          </p:cNvPr>
          <p:cNvCxnSpPr>
            <a:cxnSpLocks/>
          </p:cNvCxnSpPr>
          <p:nvPr userDrawn="1"/>
        </p:nvCxnSpPr>
        <p:spPr>
          <a:xfrm>
            <a:off x="0" y="456943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D566ECED-4F66-9F69-9550-8AEE33E69132}"/>
              </a:ext>
            </a:extLst>
          </p:cNvPr>
          <p:cNvSpPr>
            <a:spLocks noGrp="1"/>
          </p:cNvSpPr>
          <p:nvPr>
            <p:ph type="dt" sz="half" idx="15"/>
          </p:nvPr>
        </p:nvSpPr>
        <p:spPr/>
        <p:txBody>
          <a:bodyPr/>
          <a:lstStyle/>
          <a:p>
            <a:fld id="{2ABAD28B-DD56-4B56-883A-96608C765E28}" type="datetimeFigureOut">
              <a:rPr lang="en-US" smtClean="0"/>
              <a:pPr/>
              <a:t>9/18/2026</a:t>
            </a:fld>
            <a:endParaRPr lang="en-US" dirty="0"/>
          </a:p>
        </p:txBody>
      </p:sp>
      <p:sp>
        <p:nvSpPr>
          <p:cNvPr id="9" name="Footer Placeholder 8">
            <a:extLst>
              <a:ext uri="{FF2B5EF4-FFF2-40B4-BE49-F238E27FC236}">
                <a16:creationId xmlns:a16="http://schemas.microsoft.com/office/drawing/2014/main" id="{71D64763-04B8-333B-5679-3D29011ED739}"/>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C6F9DBBC-106A-8C73-CFE2-A01128FF9A72}"/>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33103244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userDrawn="1"/>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fld id="{2ABAD28B-DD56-4B56-883A-96608C765E28}" type="datetimeFigureOut">
              <a:rPr lang="en-US" smtClean="0"/>
              <a:pPr/>
              <a:t>9/18/2026</a:t>
            </a:fld>
            <a:endParaRPr lang="en-US" dirty="0"/>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35553883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305" y="1111141"/>
            <a:ext cx="3021873" cy="1926781"/>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94288" y="1033272"/>
            <a:ext cx="7188111" cy="2395728"/>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1EACFAF5-0970-68B5-D05E-9879C8497D82}"/>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B78A30E2-3F57-8F47-602F-5C2276719499}"/>
              </a:ext>
            </a:extLst>
          </p:cNvPr>
          <p:cNvSpPr>
            <a:spLocks noGrp="1"/>
          </p:cNvSpPr>
          <p:nvPr>
            <p:ph type="ftr" sz="quarter" idx="16"/>
          </p:nvPr>
        </p:nvSpPr>
        <p:spPr>
          <a:xfrm>
            <a:off x="1088136" y="3498930"/>
            <a:ext cx="8562760" cy="419100"/>
          </a:xfrm>
        </p:spPr>
        <p:txBody>
          <a:bodyPr/>
          <a:lstStyle/>
          <a:p>
            <a:endParaRPr lang="en-US" dirty="0"/>
          </a:p>
        </p:txBody>
      </p:sp>
      <p:sp>
        <p:nvSpPr>
          <p:cNvPr id="3" name="Date Placeholder 2">
            <a:extLst>
              <a:ext uri="{FF2B5EF4-FFF2-40B4-BE49-F238E27FC236}">
                <a16:creationId xmlns:a16="http://schemas.microsoft.com/office/drawing/2014/main" id="{CAC29AEB-6392-7627-D3BB-B1FE7ADEE113}"/>
              </a:ext>
            </a:extLst>
          </p:cNvPr>
          <p:cNvSpPr>
            <a:spLocks noGrp="1"/>
          </p:cNvSpPr>
          <p:nvPr>
            <p:ph type="dt" sz="half" idx="15"/>
          </p:nvPr>
        </p:nvSpPr>
        <p:spPr>
          <a:xfrm>
            <a:off x="9650896" y="3498930"/>
            <a:ext cx="864704" cy="419100"/>
          </a:xfrm>
        </p:spPr>
        <p:txBody>
          <a:bodyPr/>
          <a:lstStyle/>
          <a:p>
            <a:fld id="{2ABAD28B-DD56-4B56-883A-96608C765E28}" type="datetimeFigureOut">
              <a:rPr lang="en-US" smtClean="0"/>
              <a:pPr/>
              <a:t>9/18/2026</a:t>
            </a:fld>
            <a:endParaRPr lang="en-US" dirty="0"/>
          </a:p>
        </p:txBody>
      </p:sp>
      <p:sp>
        <p:nvSpPr>
          <p:cNvPr id="11" name="Slide Number Placeholder 10">
            <a:extLst>
              <a:ext uri="{FF2B5EF4-FFF2-40B4-BE49-F238E27FC236}">
                <a16:creationId xmlns:a16="http://schemas.microsoft.com/office/drawing/2014/main" id="{B5316922-C670-FE33-CD5C-8173F749255B}"/>
              </a:ext>
            </a:extLst>
          </p:cNvPr>
          <p:cNvSpPr>
            <a:spLocks noGrp="1"/>
          </p:cNvSpPr>
          <p:nvPr>
            <p:ph type="sldNum" sz="quarter" idx="17"/>
          </p:nvPr>
        </p:nvSpPr>
        <p:spPr>
          <a:xfrm>
            <a:off x="10523764" y="3498930"/>
            <a:ext cx="601436" cy="419100"/>
          </a:xfrm>
        </p:spPr>
        <p:txBody>
          <a:bodyPr/>
          <a:lstStyle/>
          <a:p>
            <a:fld id="{7DF5BAF5-ABAB-4575-8E56-D109A3D17F9F}" type="slidenum">
              <a:rPr lang="en-US" smtClean="0"/>
              <a:pPr/>
              <a:t>‹#›</a:t>
            </a:fld>
            <a:endParaRPr lang="en-US" dirty="0"/>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914863"/>
            <a:ext cx="12192000" cy="2943138"/>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9574502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F8DD8E17-974D-2F0F-D2EF-4321ADF69D7D}"/>
              </a:ext>
            </a:extLst>
          </p:cNvPr>
          <p:cNvSpPr>
            <a:spLocks noGrp="1"/>
          </p:cNvSpPr>
          <p:nvPr>
            <p:ph type="title"/>
          </p:nvPr>
        </p:nvSpPr>
        <p:spPr>
          <a:xfrm>
            <a:off x="1090940" y="1120990"/>
            <a:ext cx="10477320" cy="969264"/>
          </a:xfrm>
        </p:spPr>
        <p:txBody>
          <a:bodyPr anchor="t">
            <a:noAutofit/>
          </a:bodyPr>
          <a:lstStyle>
            <a:lvl1pPr>
              <a:defRPr sz="3600"/>
            </a:lvl1pPr>
          </a:lstStyle>
          <a:p>
            <a:r>
              <a:rPr lang="en-US" dirty="0"/>
              <a:t>Click to edit Master title style</a:t>
            </a:r>
          </a:p>
        </p:txBody>
      </p:sp>
      <p:sp>
        <p:nvSpPr>
          <p:cNvPr id="5" name="Content Placeholder 7">
            <a:extLst>
              <a:ext uri="{FF2B5EF4-FFF2-40B4-BE49-F238E27FC236}">
                <a16:creationId xmlns:a16="http://schemas.microsoft.com/office/drawing/2014/main" id="{B30C58BE-F380-22BA-CA7C-FB2B96D78536}"/>
              </a:ext>
            </a:extLst>
          </p:cNvPr>
          <p:cNvSpPr>
            <a:spLocks noGrp="1"/>
          </p:cNvSpPr>
          <p:nvPr>
            <p:ph sz="quarter" idx="14"/>
          </p:nvPr>
        </p:nvSpPr>
        <p:spPr>
          <a:xfrm>
            <a:off x="1090940" y="2286008"/>
            <a:ext cx="4876515" cy="403396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3" name="Straight Connector 12">
            <a:extLst>
              <a:ext uri="{FF2B5EF4-FFF2-40B4-BE49-F238E27FC236}">
                <a16:creationId xmlns:a16="http://schemas.microsoft.com/office/drawing/2014/main" id="{BF998679-00B4-E130-BD79-0313E0E76C5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71E0CB0C-BB20-9ACF-5731-283BD5D232EC}"/>
              </a:ext>
            </a:extLst>
          </p:cNvPr>
          <p:cNvSpPr>
            <a:spLocks noGrp="1"/>
          </p:cNvSpPr>
          <p:nvPr>
            <p:ph type="ftr" sz="quarter" idx="11"/>
          </p:nvPr>
        </p:nvSpPr>
        <p:spPr>
          <a:xfrm>
            <a:off x="1090941" y="6438900"/>
            <a:ext cx="3312004" cy="419100"/>
          </a:xfrm>
        </p:spPr>
        <p:txBody>
          <a:bodyPr/>
          <a:lstStyle/>
          <a:p>
            <a:r>
              <a:rPr lang="en-US"/>
              <a:t>Sample Footer Text</a:t>
            </a:r>
            <a:endParaRPr lang="en-US" dirty="0"/>
          </a:p>
        </p:txBody>
      </p:sp>
      <p:sp>
        <p:nvSpPr>
          <p:cNvPr id="3" name="Date Placeholder 4">
            <a:extLst>
              <a:ext uri="{FF2B5EF4-FFF2-40B4-BE49-F238E27FC236}">
                <a16:creationId xmlns:a16="http://schemas.microsoft.com/office/drawing/2014/main" id="{17475061-2831-1993-95F3-3031A57F1454}"/>
              </a:ext>
            </a:extLst>
          </p:cNvPr>
          <p:cNvSpPr>
            <a:spLocks noGrp="1"/>
          </p:cNvSpPr>
          <p:nvPr>
            <p:ph type="dt" sz="half" idx="15"/>
          </p:nvPr>
        </p:nvSpPr>
        <p:spPr>
          <a:xfrm>
            <a:off x="4493151" y="6438900"/>
            <a:ext cx="864704" cy="419100"/>
          </a:xfrm>
        </p:spPr>
        <p:txBody>
          <a:bodyPr/>
          <a:lstStyle/>
          <a:p>
            <a:fld id="{2ABAD28B-DD56-4B56-883A-96608C765E28}" type="datetimeFigureOut">
              <a:rPr lang="en-US" smtClean="0"/>
              <a:pPr/>
              <a:t>9/18/2026</a:t>
            </a:fld>
            <a:endParaRPr lang="en-US" dirty="0"/>
          </a:p>
        </p:txBody>
      </p:sp>
      <p:sp>
        <p:nvSpPr>
          <p:cNvPr id="7" name="Slide Number Placeholder 5">
            <a:extLst>
              <a:ext uri="{FF2B5EF4-FFF2-40B4-BE49-F238E27FC236}">
                <a16:creationId xmlns:a16="http://schemas.microsoft.com/office/drawing/2014/main" id="{AA14588C-2112-9C19-7A4F-9706756316DE}"/>
              </a:ext>
            </a:extLst>
          </p:cNvPr>
          <p:cNvSpPr>
            <a:spLocks noGrp="1"/>
          </p:cNvSpPr>
          <p:nvPr>
            <p:ph type="sldNum" sz="quarter" idx="12"/>
          </p:nvPr>
        </p:nvSpPr>
        <p:spPr>
          <a:xfrm>
            <a:off x="5366019" y="6438900"/>
            <a:ext cx="601436" cy="419100"/>
          </a:xfrm>
        </p:spPr>
        <p:txBody>
          <a:bodyPr/>
          <a:lstStyle/>
          <a:p>
            <a:fld id="{AEAA3239-9EA4-4A65-A281-97F994456D9F}" type="slidenum">
              <a:rPr lang="en-US" smtClean="0"/>
              <a:t>‹#›</a:t>
            </a:fld>
            <a:endParaRPr lang="en-US"/>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6096000" y="2286008"/>
            <a:ext cx="6096000" cy="4571992"/>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Tree>
    <p:extLst>
      <p:ext uri="{BB962C8B-B14F-4D97-AF65-F5344CB8AC3E}">
        <p14:creationId xmlns:p14="http://schemas.microsoft.com/office/powerpoint/2010/main" val="32422115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EC7A501-810E-43B8-6142-56CF2DD390A0}"/>
              </a:ext>
            </a:extLst>
          </p:cNvPr>
          <p:cNvSpPr>
            <a:spLocks noGrp="1"/>
          </p:cNvSpPr>
          <p:nvPr>
            <p:ph type="title"/>
          </p:nvPr>
        </p:nvSpPr>
        <p:spPr>
          <a:xfrm>
            <a:off x="1090940" y="1120990"/>
            <a:ext cx="10477320" cy="969264"/>
          </a:xfrm>
        </p:spPr>
        <p:txBody>
          <a:bodyPr anchor="t">
            <a:noAutofit/>
          </a:bodyPr>
          <a:lstStyle>
            <a:lvl1pPr>
              <a:defRPr sz="3600"/>
            </a:lvl1pPr>
          </a:lstStyle>
          <a:p>
            <a:r>
              <a:rPr lang="en-US" dirty="0"/>
              <a:t>Click to edit Master title style</a:t>
            </a:r>
          </a:p>
        </p:txBody>
      </p:sp>
      <p:sp>
        <p:nvSpPr>
          <p:cNvPr id="11" name="Content Placeholder 7">
            <a:extLst>
              <a:ext uri="{FF2B5EF4-FFF2-40B4-BE49-F238E27FC236}">
                <a16:creationId xmlns:a16="http://schemas.microsoft.com/office/drawing/2014/main" id="{FFBA175C-D562-25E3-032D-477540223664}"/>
              </a:ext>
            </a:extLst>
          </p:cNvPr>
          <p:cNvSpPr>
            <a:spLocks noGrp="1"/>
          </p:cNvSpPr>
          <p:nvPr>
            <p:ph sz="quarter" idx="14"/>
          </p:nvPr>
        </p:nvSpPr>
        <p:spPr>
          <a:xfrm>
            <a:off x="1090940" y="2286008"/>
            <a:ext cx="4876515" cy="403396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5">
            <a:extLst>
              <a:ext uri="{FF2B5EF4-FFF2-40B4-BE49-F238E27FC236}">
                <a16:creationId xmlns:a16="http://schemas.microsoft.com/office/drawing/2014/main" id="{66CA4FE8-A575-44AF-2D37-5A551B6953FD}"/>
              </a:ext>
            </a:extLst>
          </p:cNvPr>
          <p:cNvSpPr>
            <a:spLocks noGrp="1"/>
          </p:cNvSpPr>
          <p:nvPr>
            <p:ph type="pic" sz="quarter" idx="13" hasCustomPrompt="1"/>
          </p:nvPr>
        </p:nvSpPr>
        <p:spPr>
          <a:xfrm>
            <a:off x="6096000" y="2286008"/>
            <a:ext cx="5472260" cy="4033964"/>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cxnSp>
        <p:nvCxnSpPr>
          <p:cNvPr id="13" name="Straight Connector 12">
            <a:extLst>
              <a:ext uri="{FF2B5EF4-FFF2-40B4-BE49-F238E27FC236}">
                <a16:creationId xmlns:a16="http://schemas.microsoft.com/office/drawing/2014/main" id="{162FC458-AD46-D16B-DA22-2B3ED9D3A2BA}"/>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7BA7B643-7883-8028-6ECF-5692E3171384}"/>
              </a:ext>
            </a:extLst>
          </p:cNvPr>
          <p:cNvSpPr>
            <a:spLocks noGrp="1"/>
          </p:cNvSpPr>
          <p:nvPr>
            <p:ph type="dt" sz="half" idx="15"/>
          </p:nvPr>
        </p:nvSpPr>
        <p:spPr/>
        <p:txBody>
          <a:bodyPr/>
          <a:lstStyle/>
          <a:p>
            <a:fld id="{2ABAD28B-DD56-4B56-883A-96608C765E28}" type="datetimeFigureOut">
              <a:rPr lang="en-US" smtClean="0"/>
              <a:pPr/>
              <a:t>9/18/2026</a:t>
            </a:fld>
            <a:endParaRPr lang="en-US" dirty="0"/>
          </a:p>
        </p:txBody>
      </p:sp>
      <p:sp>
        <p:nvSpPr>
          <p:cNvPr id="3" name="Footer Placeholder 2">
            <a:extLst>
              <a:ext uri="{FF2B5EF4-FFF2-40B4-BE49-F238E27FC236}">
                <a16:creationId xmlns:a16="http://schemas.microsoft.com/office/drawing/2014/main" id="{C0881F55-F029-7591-FDF9-168F3C85A65B}"/>
              </a:ext>
            </a:extLst>
          </p:cNvPr>
          <p:cNvSpPr>
            <a:spLocks noGrp="1"/>
          </p:cNvSpPr>
          <p:nvPr>
            <p:ph type="ftr" sz="quarter" idx="16"/>
          </p:nvPr>
        </p:nvSpPr>
        <p:spPr/>
        <p:txBody>
          <a:bodyPr/>
          <a:lstStyle/>
          <a:p>
            <a:endParaRPr lang="en-US" dirty="0"/>
          </a:p>
        </p:txBody>
      </p:sp>
      <p:sp>
        <p:nvSpPr>
          <p:cNvPr id="6" name="Slide Number Placeholder 5">
            <a:extLst>
              <a:ext uri="{FF2B5EF4-FFF2-40B4-BE49-F238E27FC236}">
                <a16:creationId xmlns:a16="http://schemas.microsoft.com/office/drawing/2014/main" id="{2BD88C49-7B47-A791-77EE-3E97DBBC9AC1}"/>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20287247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dirty="0"/>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 y="2286008"/>
            <a:ext cx="6096000" cy="457199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endParaRPr lang="en-US" dirty="0"/>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fld id="{2ABAD28B-DD56-4B56-883A-96608C765E28}" type="datetimeFigureOut">
              <a:rPr lang="en-US" smtClean="0"/>
              <a:pPr/>
              <a:t>9/18/2026</a:t>
            </a:fld>
            <a:endParaRPr lang="en-US" dirty="0"/>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42040837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C735FAB-6C69-9305-A8CD-D9A2ADB4CBD4}"/>
              </a:ext>
            </a:extLst>
          </p:cNvPr>
          <p:cNvSpPr>
            <a:spLocks noGrp="1"/>
          </p:cNvSpPr>
          <p:nvPr>
            <p:ph type="title"/>
          </p:nvPr>
        </p:nvSpPr>
        <p:spPr>
          <a:xfrm>
            <a:off x="1090940" y="1120990"/>
            <a:ext cx="4194291" cy="1505157"/>
          </a:xfrm>
        </p:spPr>
        <p:txBody>
          <a:bodyPr anchor="t">
            <a:noAutofit/>
          </a:bodyPr>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0C28B273-3A6A-8E26-2D29-29957F83B5B4}"/>
              </a:ext>
            </a:extLst>
          </p:cNvPr>
          <p:cNvSpPr>
            <a:spLocks noGrp="1"/>
          </p:cNvSpPr>
          <p:nvPr>
            <p:ph type="pic" sz="quarter" idx="15" hasCustomPrompt="1"/>
          </p:nvPr>
        </p:nvSpPr>
        <p:spPr>
          <a:xfrm>
            <a:off x="1181100" y="2840181"/>
            <a:ext cx="4104132"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2" name="Content Placeholder 7">
            <a:extLst>
              <a:ext uri="{FF2B5EF4-FFF2-40B4-BE49-F238E27FC236}">
                <a16:creationId xmlns:a16="http://schemas.microsoft.com/office/drawing/2014/main" id="{263ECDE9-389D-5CB3-FE9B-8EFC501599B5}"/>
              </a:ext>
            </a:extLst>
          </p:cNvPr>
          <p:cNvSpPr>
            <a:spLocks noGrp="1"/>
          </p:cNvSpPr>
          <p:nvPr>
            <p:ph sz="quarter" idx="16"/>
          </p:nvPr>
        </p:nvSpPr>
        <p:spPr>
          <a:xfrm>
            <a:off x="5571977" y="1120989"/>
            <a:ext cx="6143988" cy="516551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CC8FB4D-92F2-4C28-8BFC-2AE0229C3E9A}" type="datetime1">
              <a:rPr lang="en-US" smtClean="0"/>
              <a:t>9/18/2026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13" name="Straight Connector 12">
            <a:extLst>
              <a:ext uri="{FF2B5EF4-FFF2-40B4-BE49-F238E27FC236}">
                <a16:creationId xmlns:a16="http://schemas.microsoft.com/office/drawing/2014/main" id="{756A3193-AC76-4E78-CD10-F173CED7D4E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8189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8">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9/18/2026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35145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5AD3D17-73C9-402C-91E7-BA73E6829C50}" type="datetime1">
              <a:rPr lang="en-US" smtClean="0"/>
              <a:pPr/>
              <a:t>9/18/2026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48482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Number Large 2">
    <p:bg>
      <p:bgPr>
        <a:solidFill>
          <a:schemeClr val="tx1"/>
        </a:solidFill>
        <a:effectLst/>
      </p:bgPr>
    </p:bg>
    <p:spTree>
      <p:nvGrpSpPr>
        <p:cNvPr id="1" name=""/>
        <p:cNvGrpSpPr/>
        <p:nvPr/>
      </p:nvGrpSpPr>
      <p:grpSpPr>
        <a:xfrm>
          <a:off x="0" y="0"/>
          <a:ext cx="0" cy="0"/>
          <a:chOff x="0" y="0"/>
          <a:chExt cx="0" cy="0"/>
        </a:xfrm>
      </p:grpSpPr>
      <p:sp>
        <p:nvSpPr>
          <p:cNvPr id="8" name="Title 10">
            <a:extLst>
              <a:ext uri="{FF2B5EF4-FFF2-40B4-BE49-F238E27FC236}">
                <a16:creationId xmlns:a16="http://schemas.microsoft.com/office/drawing/2014/main" id="{B6AA5ABE-1DAA-140F-061D-F98431F5FB12}"/>
              </a:ext>
            </a:extLst>
          </p:cNvPr>
          <p:cNvSpPr>
            <a:spLocks noGrp="1"/>
          </p:cNvSpPr>
          <p:nvPr>
            <p:ph type="title"/>
          </p:nvPr>
        </p:nvSpPr>
        <p:spPr>
          <a:xfrm>
            <a:off x="2377440" y="4809744"/>
            <a:ext cx="7525512" cy="1545336"/>
          </a:xfrm>
        </p:spPr>
        <p:txBody>
          <a:bodyPr anchor="t">
            <a:normAutofit/>
          </a:bodyPr>
          <a:lstStyle>
            <a:lvl1pPr algn="ctr">
              <a:defRPr sz="2000" b="0" cap="none" baseline="0">
                <a:solidFill>
                  <a:schemeClr val="bg1"/>
                </a:solidFill>
              </a:defRPr>
            </a:lvl1pPr>
          </a:lstStyle>
          <a:p>
            <a:r>
              <a:rPr lang="en-US"/>
              <a:t>Click to edit Master title style</a:t>
            </a:r>
          </a:p>
        </p:txBody>
      </p:sp>
      <p:sp>
        <p:nvSpPr>
          <p:cNvPr id="7" name="Content Placeholder 9">
            <a:extLst>
              <a:ext uri="{FF2B5EF4-FFF2-40B4-BE49-F238E27FC236}">
                <a16:creationId xmlns:a16="http://schemas.microsoft.com/office/drawing/2014/main" id="{C37BF13F-F73B-BAD2-4508-876DA49EFA61}"/>
              </a:ext>
            </a:extLst>
          </p:cNvPr>
          <p:cNvSpPr>
            <a:spLocks noGrp="1"/>
          </p:cNvSpPr>
          <p:nvPr>
            <p:ph sz="quarter" idx="13" hasCustomPrompt="1"/>
          </p:nvPr>
        </p:nvSpPr>
        <p:spPr>
          <a:xfrm>
            <a:off x="822960" y="603504"/>
            <a:ext cx="10543032" cy="4206240"/>
          </a:xfrm>
        </p:spPr>
        <p:txBody>
          <a:bodyPr anchor="b">
            <a:noAutofit/>
          </a:bodyPr>
          <a:lstStyle>
            <a:lvl1pPr algn="ctr">
              <a:lnSpc>
                <a:spcPct val="85000"/>
              </a:lnSpc>
              <a:defRPr sz="232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C77A7CDD-9512-40CC-9351-FC0DE186CFBD}" type="datetime1">
              <a:rPr lang="en-US" smtClean="0"/>
              <a:pPr/>
              <a:t>9/18/2026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106665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umber Large 3">
    <p:bg>
      <p:bgPr>
        <a:solidFill>
          <a:schemeClr val="bg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82BF491B-1AFE-7CD8-0B38-954C4D0021E7}"/>
              </a:ext>
            </a:extLst>
          </p:cNvPr>
          <p:cNvSpPr>
            <a:spLocks noGrp="1"/>
          </p:cNvSpPr>
          <p:nvPr>
            <p:ph type="title"/>
          </p:nvPr>
        </p:nvSpPr>
        <p:spPr>
          <a:xfrm>
            <a:off x="1088136" y="4297680"/>
            <a:ext cx="7525512" cy="1545336"/>
          </a:xfrm>
        </p:spPr>
        <p:txBody>
          <a:bodyPr anchor="b">
            <a:normAutofit/>
          </a:bodyPr>
          <a:lstStyle>
            <a:lvl1pPr>
              <a:defRPr sz="2000" b="0" cap="none" baseline="0"/>
            </a:lvl1pPr>
          </a:lstStyle>
          <a:p>
            <a:r>
              <a:rPr lang="en-US"/>
              <a:t>Click to edit Master title style</a:t>
            </a:r>
          </a:p>
        </p:txBody>
      </p:sp>
      <p:sp>
        <p:nvSpPr>
          <p:cNvPr id="8" name="Content Placeholder 9">
            <a:extLst>
              <a:ext uri="{FF2B5EF4-FFF2-40B4-BE49-F238E27FC236}">
                <a16:creationId xmlns:a16="http://schemas.microsoft.com/office/drawing/2014/main" id="{52FCE1AA-B772-B201-9710-EF4E78417EBA}"/>
              </a:ext>
            </a:extLst>
          </p:cNvPr>
          <p:cNvSpPr>
            <a:spLocks noGrp="1"/>
          </p:cNvSpPr>
          <p:nvPr>
            <p:ph sz="quarter" idx="13" hasCustomPrompt="1"/>
          </p:nvPr>
        </p:nvSpPr>
        <p:spPr>
          <a:xfrm>
            <a:off x="1002790" y="417576"/>
            <a:ext cx="10713173" cy="3706364"/>
          </a:xfrm>
        </p:spPr>
        <p:txBody>
          <a:bodyPr anchor="b">
            <a:noAutofit/>
          </a:bodyPr>
          <a:lstStyle>
            <a:lvl1pPr>
              <a:lnSpc>
                <a:spcPct val="85000"/>
              </a:lnSpc>
              <a:defRPr sz="23200" b="1">
                <a:solidFill>
                  <a:schemeClr val="tx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t>9/18/2026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0" name="Straight Connector 9">
            <a:extLst>
              <a:ext uri="{FF2B5EF4-FFF2-40B4-BE49-F238E27FC236}">
                <a16:creationId xmlns:a16="http://schemas.microsoft.com/office/drawing/2014/main" id="{2612899A-E63A-CD12-F97C-A2FA6094E560}"/>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82567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9/18/2026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0761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solidFill>
                  <a:schemeClr val="bg1"/>
                </a:solidFill>
              </a:defRPr>
            </a:lvl1pPr>
            <a:lvl2pPr marL="228600" indent="0">
              <a:lnSpc>
                <a:spcPct val="90000"/>
              </a:lnSpc>
              <a:buNone/>
              <a:defRPr sz="6000" b="1">
                <a:solidFill>
                  <a:schemeClr val="bg1"/>
                </a:solidFill>
              </a:defRPr>
            </a:lvl2pPr>
            <a:lvl3pPr marL="457200" indent="0">
              <a:lnSpc>
                <a:spcPct val="90000"/>
              </a:lnSpc>
              <a:buNone/>
              <a:defRPr sz="6000" b="1">
                <a:solidFill>
                  <a:schemeClr val="bg1"/>
                </a:solidFill>
              </a:defRPr>
            </a:lvl3pPr>
            <a:lvl4pPr marL="685800" indent="0">
              <a:lnSpc>
                <a:spcPct val="90000"/>
              </a:lnSpc>
              <a:buNone/>
              <a:defRPr sz="6000" b="1">
                <a:solidFill>
                  <a:schemeClr val="bg1"/>
                </a:solidFill>
              </a:defRPr>
            </a:lvl4pPr>
            <a:lvl5pPr marL="914400" indent="0">
              <a:lnSpc>
                <a:spcPct val="90000"/>
              </a:lnSpc>
              <a:buNone/>
              <a:defRPr sz="6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507735E4-737B-43D4-B991-92C3D63DE68F}" type="datetime1">
              <a:rPr lang="en-US" smtClean="0"/>
              <a:pPr/>
              <a:t>9/18/2026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08E120EF-96AD-49A8-BA09-D58A87141B9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5991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endParaRPr lang="en-US" dirty="0"/>
          </a:p>
        </p:txBody>
      </p:sp>
      <p:sp>
        <p:nvSpPr>
          <p:cNvPr id="6" name="Content Placeholder 6">
            <a:extLst>
              <a:ext uri="{FF2B5EF4-FFF2-40B4-BE49-F238E27FC236}">
                <a16:creationId xmlns:a16="http://schemas.microsoft.com/office/drawing/2014/main" id="{BC837C73-FD1C-6BC3-42AE-E47123E09474}"/>
              </a:ext>
            </a:extLst>
          </p:cNvPr>
          <p:cNvSpPr>
            <a:spLocks noGrp="1"/>
          </p:cNvSpPr>
          <p:nvPr>
            <p:ph sz="quarter" idx="13" hasCustomPrompt="1"/>
          </p:nvPr>
        </p:nvSpPr>
        <p:spPr>
          <a:xfrm>
            <a:off x="1088136" y="962895"/>
            <a:ext cx="9418320" cy="5070068"/>
          </a:xfrm>
        </p:spPr>
        <p:txBody>
          <a:bodyPr anchor="b">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9/18/2026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7" name="Straight Connector 6">
            <a:extLst>
              <a:ext uri="{FF2B5EF4-FFF2-40B4-BE49-F238E27FC236}">
                <a16:creationId xmlns:a16="http://schemas.microsoft.com/office/drawing/2014/main" id="{79C237F4-1671-5EFD-3EAE-BEA28978BBA6}"/>
              </a:ext>
              <a:ext uri="{C183D7F6-B498-43B3-948B-1728B52AA6E4}">
                <adec:decorative xmlns:adec="http://schemas.microsoft.com/office/drawing/2017/decorative" val="1"/>
              </a:ext>
            </a:extLst>
          </p:cNvPr>
          <p:cNvCxnSpPr>
            <a:cxnSpLocks/>
          </p:cNvCxnSpPr>
          <p:nvPr userDrawn="1"/>
        </p:nvCxnSpPr>
        <p:spPr>
          <a:xfrm>
            <a:off x="0"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12139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9/18/2026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4856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1"/>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1792072-4C91-C8F5-8610-85D14AF776EF}"/>
              </a:ext>
            </a:extLst>
          </p:cNvPr>
          <p:cNvSpPr>
            <a:spLocks noGrp="1"/>
          </p:cNvSpPr>
          <p:nvPr>
            <p:ph type="title" hasCustomPrompt="1"/>
          </p:nvPr>
        </p:nvSpPr>
        <p:spPr>
          <a:xfrm>
            <a:off x="1066800" y="5418360"/>
            <a:ext cx="9229888" cy="466345"/>
          </a:xfrm>
        </p:spPr>
        <p:txBody>
          <a:bodyPr anchor="b">
            <a:normAutofit/>
          </a:bodyPr>
          <a:lstStyle>
            <a:lvl1pPr>
              <a:lnSpc>
                <a:spcPct val="100000"/>
              </a:lnSpc>
              <a:defRPr sz="2000" b="0" cap="none" baseline="0"/>
            </a:lvl1pPr>
          </a:lstStyle>
          <a:p>
            <a:r>
              <a:rPr lang="en-US" dirty="0"/>
              <a:t>Quote Author</a:t>
            </a:r>
          </a:p>
        </p:txBody>
      </p:sp>
      <p:sp>
        <p:nvSpPr>
          <p:cNvPr id="9" name="Content Placeholder 9">
            <a:extLst>
              <a:ext uri="{FF2B5EF4-FFF2-40B4-BE49-F238E27FC236}">
                <a16:creationId xmlns:a16="http://schemas.microsoft.com/office/drawing/2014/main" id="{5C136A94-B9AF-C114-ADA5-F7C4F9C6BB46}"/>
              </a:ext>
            </a:extLst>
          </p:cNvPr>
          <p:cNvSpPr>
            <a:spLocks noGrp="1"/>
          </p:cNvSpPr>
          <p:nvPr>
            <p:ph sz="quarter" idx="13" hasCustomPrompt="1"/>
          </p:nvPr>
        </p:nvSpPr>
        <p:spPr>
          <a:xfrm>
            <a:off x="1097824" y="1041245"/>
            <a:ext cx="9198864" cy="3657600"/>
          </a:xfrm>
        </p:spPr>
        <p:txBody>
          <a:bodyPr>
            <a:normAutofit/>
          </a:bodyPr>
          <a:lstStyle>
            <a:lvl1pPr>
              <a:lnSpc>
                <a:spcPct val="100000"/>
              </a:lnSpc>
              <a:defRPr sz="6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9/18/2026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BBBA1285-A10F-FAE9-76E3-2B86ABE5A10E}"/>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41949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3">
    <p:bg>
      <p:bgRef idx="1002">
        <a:schemeClr val="bg1"/>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623297E-8165-FAA9-BD47-048A40470A95}"/>
              </a:ext>
            </a:extLst>
          </p:cNvPr>
          <p:cNvSpPr>
            <a:spLocks noGrp="1"/>
          </p:cNvSpPr>
          <p:nvPr>
            <p:ph type="title" hasCustomPrompt="1"/>
          </p:nvPr>
        </p:nvSpPr>
        <p:spPr>
          <a:xfrm>
            <a:off x="1066800" y="5418360"/>
            <a:ext cx="9229888" cy="466345"/>
          </a:xfrm>
        </p:spPr>
        <p:txBody>
          <a:bodyPr anchor="b">
            <a:normAutofit/>
          </a:bodyPr>
          <a:lstStyle>
            <a:lvl1pPr>
              <a:lnSpc>
                <a:spcPct val="100000"/>
              </a:lnSpc>
              <a:defRPr sz="2000" b="0" cap="none" baseline="0"/>
            </a:lvl1pPr>
          </a:lstStyle>
          <a:p>
            <a:r>
              <a:rPr lang="en-US" dirty="0"/>
              <a:t>Quote Author</a:t>
            </a:r>
          </a:p>
        </p:txBody>
      </p:sp>
      <p:sp>
        <p:nvSpPr>
          <p:cNvPr id="8" name="Content Placeholder 9">
            <a:extLst>
              <a:ext uri="{FF2B5EF4-FFF2-40B4-BE49-F238E27FC236}">
                <a16:creationId xmlns:a16="http://schemas.microsoft.com/office/drawing/2014/main" id="{EB06CB5A-8941-99F2-1165-02A2756457AA}"/>
              </a:ext>
            </a:extLst>
          </p:cNvPr>
          <p:cNvSpPr>
            <a:spLocks noGrp="1"/>
          </p:cNvSpPr>
          <p:nvPr>
            <p:ph sz="quarter" idx="13" hasCustomPrompt="1"/>
          </p:nvPr>
        </p:nvSpPr>
        <p:spPr>
          <a:xfrm>
            <a:off x="1097824" y="1041245"/>
            <a:ext cx="9198864" cy="3657600"/>
          </a:xfrm>
        </p:spPr>
        <p:txBody>
          <a:bodyPr>
            <a:normAutofit/>
          </a:bodyPr>
          <a:lstStyle>
            <a:lvl1pPr>
              <a:lnSpc>
                <a:spcPct val="100000"/>
              </a:lnSpc>
              <a:defRPr sz="6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F8418BD-2BA9-41CB-AB89-625779A7563D}" type="datetime1">
              <a:rPr lang="en-US" smtClean="0"/>
              <a:pPr/>
              <a:t>9/18/2026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EE632116-9F85-9512-0994-6B728E08093B}"/>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974922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2ABAD28B-DD56-4B56-883A-96608C765E28}" type="datetimeFigureOut">
              <a:rPr lang="en-US" smtClean="0"/>
              <a:t>9/18/2026</a:t>
            </a:fld>
            <a:endParaRPr lang="en-US" dirty="0"/>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40147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dirty="0"/>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2ABAD28B-DD56-4B56-883A-96608C765E28}" type="datetimeFigureOut">
              <a:rPr lang="en-US" smtClean="0"/>
              <a:t>9/18/2026</a:t>
            </a:fld>
            <a:endParaRPr lang="en-US" dirty="0"/>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5786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dirty="0"/>
              <a:t>Click to edit Master title style</a:t>
            </a:r>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2ABAD28B-DD56-4B56-883A-96608C765E28}" type="datetimeFigureOut">
              <a:rPr lang="en-US" smtClean="0"/>
              <a:t>9/18/2026</a:t>
            </a:fld>
            <a:endParaRPr lang="en-US" dirty="0"/>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47622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2ABAD28B-DD56-4B56-883A-96608C765E28}" type="datetimeFigureOut">
              <a:rPr lang="en-US" smtClean="0"/>
              <a:t>9/18/2026</a:t>
            </a:fld>
            <a:endParaRPr lang="en-US" dirty="0"/>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DF5BAF5-ABAB-4575-8E56-D109A3D17F9F}" type="slidenum">
              <a:rPr lang="en-US" smtClean="0"/>
              <a:t>‹#›</a:t>
            </a:fld>
            <a:endParaRPr lang="en-US" dirty="0"/>
          </a:p>
        </p:txBody>
      </p:sp>
    </p:spTree>
    <p:extLst>
      <p:ext uri="{BB962C8B-B14F-4D97-AF65-F5344CB8AC3E}">
        <p14:creationId xmlns:p14="http://schemas.microsoft.com/office/powerpoint/2010/main" val="16438453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A6BBA35-FE70-186E-0D41-43FF7DB180B5}"/>
              </a:ext>
            </a:extLst>
          </p:cNvPr>
          <p:cNvSpPr>
            <a:spLocks noGrp="1"/>
          </p:cNvSpPr>
          <p:nvPr>
            <p:ph type="title"/>
          </p:nvPr>
        </p:nvSpPr>
        <p:spPr>
          <a:xfrm>
            <a:off x="1090940" y="1114007"/>
            <a:ext cx="3595634" cy="1757505"/>
          </a:xfrm>
        </p:spPr>
        <p:txBody>
          <a:bodyPr anchor="t">
            <a:normAutofit/>
          </a:bodyPr>
          <a:lstStyle>
            <a:lvl1pPr>
              <a:defRPr sz="3600"/>
            </a:lvl1pPr>
          </a:lstStyle>
          <a:p>
            <a:r>
              <a:rPr lang="en-US" dirty="0"/>
              <a:t>Click to edit Master title style</a:t>
            </a:r>
          </a:p>
        </p:txBody>
      </p:sp>
      <p:sp>
        <p:nvSpPr>
          <p:cNvPr id="10" name="Text Placeholder 3">
            <a:extLst>
              <a:ext uri="{FF2B5EF4-FFF2-40B4-BE49-F238E27FC236}">
                <a16:creationId xmlns:a16="http://schemas.microsoft.com/office/drawing/2014/main" id="{866776A3-4932-D86F-96CB-5A080182B290}"/>
              </a:ext>
            </a:extLst>
          </p:cNvPr>
          <p:cNvSpPr>
            <a:spLocks noGrp="1"/>
          </p:cNvSpPr>
          <p:nvPr>
            <p:ph type="body" sz="half" idx="2"/>
          </p:nvPr>
        </p:nvSpPr>
        <p:spPr>
          <a:xfrm>
            <a:off x="1090940" y="3151191"/>
            <a:ext cx="3595634" cy="3124195"/>
          </a:xfrm>
        </p:spPr>
        <p:txBody>
          <a:bodyPr anchor="t">
            <a:normAutofit/>
          </a:bodyPr>
          <a:lstStyle>
            <a:lvl1pPr marL="0" indent="0">
              <a:lnSpc>
                <a:spcPct val="100000"/>
              </a:lnSpc>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Content Placeholder 2">
            <a:extLst>
              <a:ext uri="{FF2B5EF4-FFF2-40B4-BE49-F238E27FC236}">
                <a16:creationId xmlns:a16="http://schemas.microsoft.com/office/drawing/2014/main" id="{AF432AC3-A40E-E003-2947-B99A796F9E5A}"/>
              </a:ext>
            </a:extLst>
          </p:cNvPr>
          <p:cNvSpPr>
            <a:spLocks noGrp="1"/>
          </p:cNvSpPr>
          <p:nvPr>
            <p:ph idx="1"/>
          </p:nvPr>
        </p:nvSpPr>
        <p:spPr>
          <a:xfrm>
            <a:off x="5275706" y="1114007"/>
            <a:ext cx="6440258" cy="5161380"/>
          </a:xfrm>
        </p:spPr>
        <p:txBody>
          <a:bodyPr vert="horz" lIns="91440" tIns="45720" rIns="91440" bIns="45720" rtlCol="0">
            <a:normAutofit/>
          </a:bodyPr>
          <a:lstStyle>
            <a:lvl1pPr>
              <a:lnSpc>
                <a:spcPct val="100000"/>
              </a:lnSpc>
              <a:defRPr lang="en-US" dirty="0"/>
            </a:lvl1pPr>
            <a:lvl2pPr>
              <a:lnSpc>
                <a:spcPct val="100000"/>
              </a:lnSpc>
              <a:defRPr lang="en-US" dirty="0"/>
            </a:lvl2pPr>
            <a:lvl3pPr>
              <a:lnSpc>
                <a:spcPct val="100000"/>
              </a:lnSpc>
              <a:defRPr lang="en-US" dirty="0"/>
            </a:lvl3pPr>
            <a:lvl4pPr>
              <a:lnSpc>
                <a:spcPct val="100000"/>
              </a:lnSpc>
              <a:defRPr lang="en-US" dirty="0"/>
            </a:lvl4pPr>
            <a:lvl5pPr>
              <a:lnSpc>
                <a:spcPct val="100000"/>
              </a:lnSpc>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2DB3EA1-DD0C-4B8D-8364-52024B4530F1}" type="datetime1">
              <a:rPr lang="en-US" smtClean="0"/>
              <a:t>9/18/2026</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8" name="Straight Connector 7">
            <a:extLst>
              <a:ext uri="{FF2B5EF4-FFF2-40B4-BE49-F238E27FC236}">
                <a16:creationId xmlns:a16="http://schemas.microsoft.com/office/drawing/2014/main" id="{29DA9D5E-44AB-AC59-BF1B-0A23217D6ED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6157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icture with Caption ">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7608BFB-2ED8-159F-6A27-89452808DC50}"/>
              </a:ext>
            </a:extLst>
          </p:cNvPr>
          <p:cNvSpPr>
            <a:spLocks noGrp="1"/>
          </p:cNvSpPr>
          <p:nvPr>
            <p:ph type="title"/>
          </p:nvPr>
        </p:nvSpPr>
        <p:spPr>
          <a:xfrm>
            <a:off x="1090940" y="1121098"/>
            <a:ext cx="3595634" cy="1585660"/>
          </a:xfrm>
        </p:spPr>
        <p:txBody>
          <a:bodyPr anchor="t">
            <a:normAutofit/>
          </a:bodyPr>
          <a:lstStyle>
            <a:lvl1pPr>
              <a:defRPr sz="3600"/>
            </a:lvl1pPr>
          </a:lstStyle>
          <a:p>
            <a:r>
              <a:rPr lang="en-US" dirty="0"/>
              <a:t>Click to edit Master title style</a:t>
            </a:r>
          </a:p>
        </p:txBody>
      </p:sp>
      <p:sp>
        <p:nvSpPr>
          <p:cNvPr id="9" name="Text Placeholder 3">
            <a:extLst>
              <a:ext uri="{FF2B5EF4-FFF2-40B4-BE49-F238E27FC236}">
                <a16:creationId xmlns:a16="http://schemas.microsoft.com/office/drawing/2014/main" id="{8CDE9255-016B-D7F7-ECF1-C39D5F73C898}"/>
              </a:ext>
            </a:extLst>
          </p:cNvPr>
          <p:cNvSpPr>
            <a:spLocks noGrp="1"/>
          </p:cNvSpPr>
          <p:nvPr>
            <p:ph type="body" sz="half" idx="2"/>
          </p:nvPr>
        </p:nvSpPr>
        <p:spPr>
          <a:xfrm>
            <a:off x="1090940" y="2812473"/>
            <a:ext cx="3585586" cy="3328922"/>
          </a:xfrm>
        </p:spPr>
        <p:txBody>
          <a:bodyPr anchor="b">
            <a:normAutofit/>
          </a:bodyPr>
          <a:lstStyle>
            <a:lvl1pPr marL="0" indent="0">
              <a:lnSpc>
                <a:spcPct val="100000"/>
              </a:lnSpc>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1917ECD0-1364-5EE8-D8DC-C5D439E04572}"/>
              </a:ext>
            </a:extLst>
          </p:cNvPr>
          <p:cNvSpPr>
            <a:spLocks noGrp="1"/>
          </p:cNvSpPr>
          <p:nvPr>
            <p:ph type="pic" idx="1" hasCustomPrompt="1"/>
          </p:nvPr>
        </p:nvSpPr>
        <p:spPr>
          <a:xfrm>
            <a:off x="5576327" y="1143000"/>
            <a:ext cx="6139637" cy="4998395"/>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9/18/2026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0515600" y="6438900"/>
            <a:ext cx="609600" cy="419100"/>
          </a:xfrm>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747B791B-0FFC-B470-22DF-BCA62BD9859C}"/>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964399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dirty="0"/>
              <a:t>Click to edit Master title style</a:t>
            </a:r>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57987AA-E4E6-4FC1-BAD8-09A952212C58}" type="datetime1">
              <a:rPr lang="en-US" smtClean="0"/>
              <a:pPr/>
              <a:t>9/18/2026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0334043"/>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dirty="0"/>
              <a:t>Click to edit Master title style</a:t>
            </a:r>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43CF65F-0E21-48DE-8D75-4BF66A547E8E}" type="datetime1">
              <a:rPr lang="en-US" smtClean="0"/>
              <a:pPr/>
              <a:t>9/18/2026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10130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clusion 3">
    <p:bg>
      <p:bgRef idx="1001">
        <a:schemeClr val="bg1"/>
      </p:bgRef>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CD39DEB-067C-9D79-3029-F27DEA1D48E1}"/>
              </a:ext>
            </a:extLst>
          </p:cNvPr>
          <p:cNvSpPr>
            <a:spLocks noGrp="1"/>
          </p:cNvSpPr>
          <p:nvPr>
            <p:ph type="title"/>
          </p:nvPr>
        </p:nvSpPr>
        <p:spPr>
          <a:xfrm>
            <a:off x="82296" y="64009"/>
            <a:ext cx="12015216" cy="3364989"/>
          </a:xfrm>
        </p:spPr>
        <p:txBody>
          <a:bodyPr anchor="t" anchorCtr="0">
            <a:noAutofit/>
          </a:bodyPr>
          <a:lstStyle>
            <a:lvl1pPr>
              <a:defRPr sz="8000" cap="all" baseline="0">
                <a:solidFill>
                  <a:schemeClr val="tx1"/>
                </a:solidFill>
              </a:defRPr>
            </a:lvl1pPr>
          </a:lstStyle>
          <a:p>
            <a:r>
              <a:rPr lang="en-US" dirty="0"/>
              <a:t>Click to edit Master title style</a:t>
            </a:r>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4647304" y="3673928"/>
            <a:ext cx="6477896" cy="2180771"/>
          </a:xfrm>
        </p:spPr>
        <p:txBody>
          <a:bodyPr anchor="b">
            <a:noAutofit/>
          </a:bodyPr>
          <a:lstStyle>
            <a:lvl1pPr marL="0" indent="0" algn="r">
              <a:lnSpc>
                <a:spcPct val="100000"/>
              </a:lnSpc>
              <a:buNone/>
              <a:defRPr sz="2000">
                <a:solidFill>
                  <a:schemeClr val="tx1"/>
                </a:solidFill>
              </a:defRPr>
            </a:lvl1pPr>
            <a:lvl2pPr marL="228600" indent="0" algn="r">
              <a:lnSpc>
                <a:spcPct val="100000"/>
              </a:lnSpc>
              <a:buNone/>
              <a:defRPr sz="2000">
                <a:solidFill>
                  <a:schemeClr val="tx1"/>
                </a:solidFill>
              </a:defRPr>
            </a:lvl2pPr>
            <a:lvl3pPr marL="457200" indent="0" algn="r">
              <a:lnSpc>
                <a:spcPct val="100000"/>
              </a:lnSpc>
              <a:buNone/>
              <a:defRPr sz="2000">
                <a:solidFill>
                  <a:schemeClr val="tx1"/>
                </a:solidFill>
              </a:defRPr>
            </a:lvl3pPr>
            <a:lvl4pPr marL="685800" indent="0" algn="r">
              <a:lnSpc>
                <a:spcPct val="100000"/>
              </a:lnSpc>
              <a:buNone/>
              <a:defRPr sz="2000">
                <a:solidFill>
                  <a:schemeClr val="tx1"/>
                </a:solidFill>
              </a:defRPr>
            </a:lvl4pPr>
            <a:lvl5pPr marL="914400" indent="0" algn="r">
              <a:lnSpc>
                <a:spcPct val="100000"/>
              </a:lnSpc>
              <a:buNone/>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43CF65F-0E21-48DE-8D75-4BF66A547E8E}" type="datetime1">
              <a:rPr lang="en-US" smtClean="0"/>
              <a:pPr/>
              <a:t>9/18/2026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23ED45B0-E181-14EB-63CB-0A76273817B5}"/>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052112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fld id="{2ABAD28B-DD56-4B56-883A-96608C765E28}" type="datetimeFigureOut">
              <a:rPr lang="en-US" smtClean="0"/>
              <a:pPr/>
              <a:t>9/18/2026</a:t>
            </a:fld>
            <a:endParaRPr lang="en-US" dirty="0"/>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2969869501"/>
      </p:ext>
    </p:extLst>
  </p:cSld>
  <p:clrMap bg1="lt1" tx1="dk1" bg2="lt2" tx2="dk2" accent1="accent1" accent2="accent2" accent3="accent3" accent4="accent4" accent5="accent5" accent6="accent6" hlink="hlink" folHlink="folHlink"/>
  <p:sldLayoutIdLst>
    <p:sldLayoutId id="2147483727" r:id="rId1"/>
    <p:sldLayoutId id="2147483730" r:id="rId2"/>
    <p:sldLayoutId id="2147483726" r:id="rId3"/>
    <p:sldLayoutId id="2147483737" r:id="rId4"/>
    <p:sldLayoutId id="2147483728" r:id="rId5"/>
    <p:sldLayoutId id="2147483729" r:id="rId6"/>
    <p:sldLayoutId id="2147483738" r:id="rId7"/>
    <p:sldLayoutId id="2147483789" r:id="rId8"/>
    <p:sldLayoutId id="2147483818" r:id="rId9"/>
    <p:sldLayoutId id="2147483819" r:id="rId10"/>
    <p:sldLayoutId id="2147483820" r:id="rId11"/>
    <p:sldLayoutId id="2147483731" r:id="rId12"/>
    <p:sldLayoutId id="2147483743" r:id="rId13"/>
    <p:sldLayoutId id="2147483788" r:id="rId14"/>
    <p:sldLayoutId id="2147483792" r:id="rId15"/>
    <p:sldLayoutId id="2147483793" r:id="rId16"/>
    <p:sldLayoutId id="2147483794" r:id="rId17"/>
    <p:sldLayoutId id="2147483795" r:id="rId18"/>
    <p:sldLayoutId id="2147483796" r:id="rId19"/>
    <p:sldLayoutId id="2147483797" r:id="rId20"/>
    <p:sldLayoutId id="2147483816" r:id="rId21"/>
    <p:sldLayoutId id="2147483817" r:id="rId22"/>
    <p:sldLayoutId id="2147483814" r:id="rId23"/>
    <p:sldLayoutId id="2147483815" r:id="rId24"/>
    <p:sldLayoutId id="2147483812" r:id="rId25"/>
    <p:sldLayoutId id="2147483813" r:id="rId26"/>
    <p:sldLayoutId id="2147483811" r:id="rId27"/>
    <p:sldLayoutId id="2147483810" r:id="rId28"/>
    <p:sldLayoutId id="2147483809" r:id="rId29"/>
    <p:sldLayoutId id="2147483808" r:id="rId30"/>
    <p:sldLayoutId id="2147483807" r:id="rId31"/>
    <p:sldLayoutId id="2147483806" r:id="rId32"/>
    <p:sldLayoutId id="2147483805" r:id="rId33"/>
    <p:sldLayoutId id="2147483803" r:id="rId34"/>
    <p:sldLayoutId id="2147483804" r:id="rId35"/>
    <p:sldLayoutId id="2147483802" r:id="rId36"/>
    <p:sldLayoutId id="2147483801" r:id="rId37"/>
    <p:sldLayoutId id="2147483768" r:id="rId38"/>
    <p:sldLayoutId id="2147483769" r:id="rId39"/>
    <p:sldLayoutId id="2147483770" r:id="rId40"/>
    <p:sldLayoutId id="2147483771" r:id="rId41"/>
    <p:sldLayoutId id="2147483774" r:id="rId42"/>
    <p:sldLayoutId id="2147483800" r:id="rId43"/>
    <p:sldLayoutId id="2147483821" r:id="rId44"/>
    <p:sldLayoutId id="2147483775" r:id="rId45"/>
    <p:sldLayoutId id="2147483776" r:id="rId46"/>
    <p:sldLayoutId id="2147483778" r:id="rId47"/>
    <p:sldLayoutId id="2147483798" r:id="rId48"/>
    <p:sldLayoutId id="2147483799" r:id="rId49"/>
    <p:sldLayoutId id="2147483734" r:id="rId50"/>
    <p:sldLayoutId id="2147483782" r:id="rId51"/>
    <p:sldLayoutId id="2147483783" r:id="rId52"/>
    <p:sldLayoutId id="2147483784" r:id="rId53"/>
    <p:sldLayoutId id="2147483785" r:id="rId54"/>
    <p:sldLayoutId id="2147483786" r:id="rId55"/>
    <p:sldLayoutId id="2147483822" r:id="rId56"/>
  </p:sldLayoutIdLst>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userDrawn="1">
          <p15:clr>
            <a:srgbClr val="F26B43"/>
          </p15:clr>
        </p15:guide>
        <p15:guide id="8" pos="6936">
          <p15:clr>
            <a:srgbClr val="F26B43"/>
          </p15:clr>
        </p15:guide>
        <p15:guide id="10" orient="horz" pos="720">
          <p15:clr>
            <a:srgbClr val="F26B43"/>
          </p15:clr>
        </p15:guide>
        <p15:guide id="14" pos="6624" userDrawn="1">
          <p15:clr>
            <a:srgbClr val="F26B43"/>
          </p15:clr>
        </p15:guide>
        <p15:guide id="22" orient="horz" pos="360">
          <p15:clr>
            <a:srgbClr val="F26B43"/>
          </p15:clr>
        </p15:guide>
        <p15:guide id="23" orient="horz" pos="3960" userDrawn="1">
          <p15:clr>
            <a:srgbClr val="F26B43"/>
          </p15:clr>
        </p15:guide>
        <p15:guide id="24" orient="horz" pos="2160" userDrawn="1">
          <p15:clr>
            <a:srgbClr val="F26B43"/>
          </p15:clr>
        </p15:guide>
        <p15:guide id="25" pos="7680" userDrawn="1">
          <p15:clr>
            <a:srgbClr val="F26B43"/>
          </p15:clr>
        </p15:guide>
        <p15:guide id="26" pos="3840" userDrawn="1">
          <p15:clr>
            <a:srgbClr val="F26B43"/>
          </p15:clr>
        </p15:guide>
        <p15:guide id="27" pos="6168" userDrawn="1">
          <p15:clr>
            <a:srgbClr val="F26B43"/>
          </p15:clr>
        </p15:guide>
        <p15:guide id="28" pos="672" userDrawn="1">
          <p15:clr>
            <a:srgbClr val="F26B43"/>
          </p15:clr>
        </p15:guide>
        <p15:guide id="29" pos="7008" userDrawn="1">
          <p15:clr>
            <a:srgbClr val="F26B43"/>
          </p15:clr>
        </p15:guide>
        <p15:guide id="30" orient="horz" pos="4056" userDrawn="1">
          <p15:clr>
            <a:srgbClr val="F26B43"/>
          </p15:clr>
        </p15:guide>
        <p15:guide id="31" orient="horz" pos="36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6.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6.png"/><Relationship Id="rId5" Type="http://schemas.openxmlformats.org/officeDocument/2006/relationships/image" Target="../media/image8.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8.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6.png"/><Relationship Id="rId5" Type="http://schemas.openxmlformats.org/officeDocument/2006/relationships/image" Target="../media/image1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6.png"/><Relationship Id="rId5" Type="http://schemas.openxmlformats.org/officeDocument/2006/relationships/image" Target="../media/image1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9.xml"/><Relationship Id="rId7" Type="http://schemas.openxmlformats.org/officeDocument/2006/relationships/image" Target="../media/image6.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32.xml"/><Relationship Id="rId7" Type="http://schemas.openxmlformats.org/officeDocument/2006/relationships/image" Target="../media/image6.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5.jpg"/><Relationship Id="rId5" Type="http://schemas.openxmlformats.org/officeDocument/2006/relationships/image" Target="../media/image1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2.xml"/><Relationship Id="rId7" Type="http://schemas.openxmlformats.org/officeDocument/2006/relationships/image" Target="../media/image6.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5.jpg"/><Relationship Id="rId5" Type="http://schemas.openxmlformats.org/officeDocument/2006/relationships/image" Target="../media/image19.jpeg"/><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39981-DA40-D21F-B904-E50D9505F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171523-190F-8DC6-E562-0B00DA7D26E3}"/>
              </a:ext>
            </a:extLst>
          </p:cNvPr>
          <p:cNvSpPr>
            <a:spLocks noGrp="1"/>
          </p:cNvSpPr>
          <p:nvPr>
            <p:ph type="title"/>
          </p:nvPr>
        </p:nvSpPr>
        <p:spPr>
          <a:xfrm>
            <a:off x="82296" y="64007"/>
            <a:ext cx="12015216" cy="5120639"/>
          </a:xfrm>
        </p:spPr>
        <p:txBody>
          <a:bodyPr/>
          <a:lstStyle/>
          <a:p>
            <a:r>
              <a:rPr lang="en-US" sz="9600" b="0" dirty="0">
                <a:ea typeface="+mj-lt"/>
                <a:cs typeface="+mj-lt"/>
              </a:rPr>
              <a:t>CS 499 Milestone One: Code Review</a:t>
            </a:r>
            <a:endParaRPr lang="en-US" dirty="0"/>
          </a:p>
        </p:txBody>
      </p:sp>
      <p:sp>
        <p:nvSpPr>
          <p:cNvPr id="3" name="Subtitle 2">
            <a:extLst>
              <a:ext uri="{FF2B5EF4-FFF2-40B4-BE49-F238E27FC236}">
                <a16:creationId xmlns:a16="http://schemas.microsoft.com/office/drawing/2014/main" id="{00A44E73-E0C5-5975-D927-9F11100E52CB}"/>
              </a:ext>
            </a:extLst>
          </p:cNvPr>
          <p:cNvSpPr>
            <a:spLocks noGrp="1"/>
          </p:cNvSpPr>
          <p:nvPr>
            <p:ph type="subTitle" idx="1"/>
          </p:nvPr>
        </p:nvSpPr>
        <p:spPr>
          <a:xfrm>
            <a:off x="1088136" y="5360878"/>
            <a:ext cx="10037064" cy="566928"/>
          </a:xfrm>
        </p:spPr>
        <p:txBody>
          <a:bodyPr>
            <a:normAutofit fontScale="40000" lnSpcReduction="20000"/>
          </a:bodyPr>
          <a:lstStyle/>
          <a:p>
            <a:r>
              <a:rPr lang="en-US" dirty="0">
                <a:ea typeface="+mn-lt"/>
                <a:cs typeface="+mn-lt"/>
              </a:rPr>
              <a:t>AI Coloring Book Generator</a:t>
            </a:r>
            <a:br>
              <a:rPr lang="en-US" dirty="0">
                <a:ea typeface="+mn-lt"/>
                <a:cs typeface="+mn-lt"/>
              </a:rPr>
            </a:br>
            <a:r>
              <a:rPr lang="en-US" dirty="0">
                <a:ea typeface="+mn-lt"/>
                <a:cs typeface="+mn-lt"/>
              </a:rPr>
              <a:t> Fiorella Sierra Berrocal</a:t>
            </a:r>
            <a:br>
              <a:rPr lang="en-US" dirty="0">
                <a:ea typeface="+mn-lt"/>
                <a:cs typeface="+mn-lt"/>
              </a:rPr>
            </a:br>
            <a:r>
              <a:rPr lang="en-US" dirty="0">
                <a:ea typeface="+mn-lt"/>
                <a:cs typeface="+mn-lt"/>
              </a:rPr>
              <a:t> Southern New Hampshire University</a:t>
            </a:r>
            <a:br>
              <a:rPr lang="en-US" dirty="0">
                <a:ea typeface="+mn-lt"/>
                <a:cs typeface="+mn-lt"/>
              </a:rPr>
            </a:br>
            <a:r>
              <a:rPr lang="en-US" dirty="0">
                <a:ea typeface="+mn-lt"/>
                <a:cs typeface="+mn-lt"/>
              </a:rPr>
              <a:t> CS 499</a:t>
            </a:r>
            <a:endParaRPr lang="en-US" dirty="0"/>
          </a:p>
        </p:txBody>
      </p:sp>
      <p:pic>
        <p:nvPicPr>
          <p:cNvPr id="4" name="ElevenLabs_2026-09-18T16_12_31_Jessica - Playful, Bright, Warm_pvc_sp100_s50_sb75_se0_b_m2">
            <a:hlinkClick r:id="" action="ppaction://media"/>
            <a:extLst>
              <a:ext uri="{FF2B5EF4-FFF2-40B4-BE49-F238E27FC236}">
                <a16:creationId xmlns:a16="http://schemas.microsoft.com/office/drawing/2014/main" id="{CECC5A44-5EA3-D891-C5DE-ABD44BBE434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53946" y="5360607"/>
            <a:ext cx="730250" cy="730250"/>
          </a:xfrm>
          <a:prstGeom prst="rect">
            <a:avLst/>
          </a:prstGeom>
        </p:spPr>
      </p:pic>
    </p:spTree>
    <p:extLst>
      <p:ext uri="{BB962C8B-B14F-4D97-AF65-F5344CB8AC3E}">
        <p14:creationId xmlns:p14="http://schemas.microsoft.com/office/powerpoint/2010/main" val="181340964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nextCondLst>
                <p:cond evt="onClick" delay="0">
                  <p:tgtEl>
                    <p:spTgt spid="4"/>
                  </p:tgtEl>
                </p:cond>
              </p:nextCondLst>
            </p:seq>
            <p:audio>
              <p:cMediaNode>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08053-A36A-9EE4-7E1A-A5FEBFF2B67E}"/>
              </a:ext>
            </a:extLst>
          </p:cNvPr>
          <p:cNvSpPr>
            <a:spLocks noGrp="1"/>
          </p:cNvSpPr>
          <p:nvPr>
            <p:ph type="title"/>
          </p:nvPr>
        </p:nvSpPr>
        <p:spPr>
          <a:xfrm>
            <a:off x="1103132" y="4454843"/>
            <a:ext cx="2734129" cy="1988825"/>
          </a:xfrm>
        </p:spPr>
        <p:txBody>
          <a:bodyPr>
            <a:normAutofit/>
          </a:bodyPr>
          <a:lstStyle/>
          <a:p>
            <a:r>
              <a:rPr lang="en-US" sz="3100" b="0"/>
              <a:t>AI Coloring Book Generator</a:t>
            </a:r>
            <a:endParaRPr lang="en-US" sz="3100"/>
          </a:p>
        </p:txBody>
      </p:sp>
      <p:sp>
        <p:nvSpPr>
          <p:cNvPr id="3" name="Content Placeholder 2">
            <a:extLst>
              <a:ext uri="{FF2B5EF4-FFF2-40B4-BE49-F238E27FC236}">
                <a16:creationId xmlns:a16="http://schemas.microsoft.com/office/drawing/2014/main" id="{44577A6A-EFCD-518E-B034-694315D3EC4F}"/>
              </a:ext>
            </a:extLst>
          </p:cNvPr>
          <p:cNvSpPr>
            <a:spLocks noGrp="1"/>
          </p:cNvSpPr>
          <p:nvPr>
            <p:ph sz="quarter" idx="14"/>
          </p:nvPr>
        </p:nvSpPr>
        <p:spPr>
          <a:xfrm>
            <a:off x="4136199" y="4454843"/>
            <a:ext cx="7579766" cy="1988825"/>
          </a:xfrm>
        </p:spPr>
        <p:txBody>
          <a:bodyPr vert="horz" lIns="91440" tIns="45720" rIns="91440" bIns="45720" rtlCol="0" anchor="t">
            <a:normAutofit/>
          </a:bodyPr>
          <a:lstStyle/>
          <a:p>
            <a:pPr>
              <a:buFont typeface="Arial"/>
              <a:buChar char="•"/>
            </a:pPr>
            <a:r>
              <a:rPr lang="en-US">
                <a:ea typeface="+mn-lt"/>
                <a:cs typeface="+mn-lt"/>
              </a:rPr>
              <a:t>Python/React full-stack application </a:t>
            </a:r>
            <a:endParaRPr lang="en-US"/>
          </a:p>
          <a:p>
            <a:pPr>
              <a:buFont typeface="Arial"/>
              <a:buChar char="•"/>
            </a:pPr>
            <a:r>
              <a:rPr lang="en-US" dirty="0">
                <a:ea typeface="+mn-lt"/>
                <a:cs typeface="+mn-lt"/>
              </a:rPr>
              <a:t>AI </a:t>
            </a:r>
            <a:r>
              <a:rPr lang="en-US">
                <a:ea typeface="+mn-lt"/>
                <a:cs typeface="+mn-lt"/>
              </a:rPr>
              <a:t>coloring-page generation </a:t>
            </a:r>
            <a:endParaRPr lang="en-US"/>
          </a:p>
          <a:p>
            <a:pPr>
              <a:buFont typeface="Arial"/>
              <a:buChar char="•"/>
            </a:pPr>
            <a:r>
              <a:rPr lang="en-US">
                <a:ea typeface="+mn-lt"/>
                <a:cs typeface="+mn-lt"/>
              </a:rPr>
              <a:t>User accounts and authentication </a:t>
            </a:r>
            <a:endParaRPr lang="en-US"/>
          </a:p>
          <a:p>
            <a:pPr>
              <a:buFont typeface="Arial"/>
              <a:buChar char="•"/>
            </a:pPr>
            <a:r>
              <a:rPr lang="en-US">
                <a:ea typeface="+mn-lt"/>
                <a:cs typeface="+mn-lt"/>
              </a:rPr>
              <a:t>Credit tracking </a:t>
            </a:r>
            <a:endParaRPr lang="en-US"/>
          </a:p>
          <a:p>
            <a:pPr>
              <a:buFont typeface="Arial"/>
              <a:buChar char="•"/>
            </a:pPr>
            <a:r>
              <a:rPr lang="en-US">
                <a:ea typeface="+mn-lt"/>
                <a:cs typeface="+mn-lt"/>
              </a:rPr>
              <a:t>Saved </a:t>
            </a:r>
            <a:r>
              <a:rPr lang="en-US" dirty="0">
                <a:ea typeface="+mn-lt"/>
                <a:cs typeface="+mn-lt"/>
              </a:rPr>
              <a:t>image </a:t>
            </a:r>
            <a:r>
              <a:rPr lang="en-US">
                <a:ea typeface="+mn-lt"/>
                <a:cs typeface="+mn-lt"/>
              </a:rPr>
              <a:t>library </a:t>
            </a:r>
            <a:endParaRPr lang="en-US"/>
          </a:p>
          <a:p>
            <a:pPr>
              <a:buFont typeface="Arial"/>
              <a:buChar char="•"/>
            </a:pPr>
            <a:r>
              <a:rPr lang="en-US">
                <a:ea typeface="+mn-lt"/>
                <a:cs typeface="+mn-lt"/>
              </a:rPr>
              <a:t>Database persistence </a:t>
            </a:r>
            <a:endParaRPr lang="en-US"/>
          </a:p>
          <a:p>
            <a:pPr>
              <a:buFont typeface="Arial"/>
              <a:buChar char="•"/>
            </a:pPr>
            <a:r>
              <a:rPr lang="en-US">
                <a:ea typeface="+mn-lt"/>
                <a:cs typeface="+mn-lt"/>
              </a:rPr>
              <a:t>Multiple application components</a:t>
            </a:r>
            <a:endParaRPr lang="en-US"/>
          </a:p>
          <a:p>
            <a:pPr marL="285750" indent="-285750">
              <a:lnSpc>
                <a:spcPct val="90000"/>
              </a:lnSpc>
              <a:spcAft>
                <a:spcPts val="600"/>
              </a:spcAft>
              <a:buFont typeface="Arial"/>
              <a:buChar char="•"/>
            </a:pPr>
            <a:endParaRPr lang="en-US" dirty="0"/>
          </a:p>
          <a:p>
            <a:pPr>
              <a:lnSpc>
                <a:spcPct val="90000"/>
              </a:lnSpc>
              <a:spcAft>
                <a:spcPts val="600"/>
              </a:spcAft>
            </a:pPr>
            <a:endParaRPr lang="en-US"/>
          </a:p>
        </p:txBody>
      </p:sp>
      <p:pic>
        <p:nvPicPr>
          <p:cNvPr id="5" name="Picture 4">
            <a:extLst>
              <a:ext uri="{FF2B5EF4-FFF2-40B4-BE49-F238E27FC236}">
                <a16:creationId xmlns:a16="http://schemas.microsoft.com/office/drawing/2014/main" id="{A7272B8D-2A40-DFF5-2823-69548E608E67}"/>
              </a:ext>
            </a:extLst>
          </p:cNvPr>
          <p:cNvPicPr>
            <a:picLocks noChangeAspect="1"/>
          </p:cNvPicPr>
          <p:nvPr/>
        </p:nvPicPr>
        <p:blipFill>
          <a:blip r:embed="rId5"/>
          <a:stretch>
            <a:fillRect/>
          </a:stretch>
        </p:blipFill>
        <p:spPr>
          <a:xfrm>
            <a:off x="1098528" y="787624"/>
            <a:ext cx="5916634" cy="2631851"/>
          </a:xfrm>
          <a:prstGeom prst="rect">
            <a:avLst/>
          </a:prstGeom>
        </p:spPr>
      </p:pic>
      <p:pic>
        <p:nvPicPr>
          <p:cNvPr id="6" name="ElevenLabs_2026-09-18T16_21_52_Jessica - Playful, Bright, Warm_pvc_sp100_s50_sb75_se0_b_m2">
            <a:hlinkClick r:id="" action="ppaction://media"/>
            <a:extLst>
              <a:ext uri="{FF2B5EF4-FFF2-40B4-BE49-F238E27FC236}">
                <a16:creationId xmlns:a16="http://schemas.microsoft.com/office/drawing/2014/main" id="{C28A47B1-96EB-78A2-19F4-18E10B9B2F2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86196" y="1741158"/>
            <a:ext cx="730250" cy="730250"/>
          </a:xfrm>
          <a:prstGeom prst="rect">
            <a:avLst/>
          </a:prstGeom>
        </p:spPr>
      </p:pic>
    </p:spTree>
    <p:extLst>
      <p:ext uri="{BB962C8B-B14F-4D97-AF65-F5344CB8AC3E}">
        <p14:creationId xmlns:p14="http://schemas.microsoft.com/office/powerpoint/2010/main" val="155476820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nextCondLst>
                <p:cond evt="onClick" delay="0">
                  <p:tgtEl>
                    <p:spTgt spid="6"/>
                  </p:tgtEl>
                </p:cond>
              </p:nextCondLst>
            </p:seq>
            <p:audio>
              <p:cMediaNode>
                <p:cTn id="7" fill="hold" display="0">
                  <p:stCondLst>
                    <p:cond delay="indefinite"/>
                  </p:stCondLst>
                  <p:endCondLst>
                    <p:cond evt="onStopAudio" delay="0">
                      <p:tgtEl>
                        <p:sldTgt/>
                      </p:tgtEl>
                    </p:cond>
                  </p:endCondLst>
                </p:cTn>
                <p:tgtEl>
                  <p:spTgt spid="6"/>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A4D00A7-86E5-5EEA-8CE7-2978F3DBBD45}"/>
              </a:ext>
            </a:extLst>
          </p:cNvPr>
          <p:cNvSpPr>
            <a:spLocks noGrp="1"/>
          </p:cNvSpPr>
          <p:nvPr>
            <p:ph type="title"/>
          </p:nvPr>
        </p:nvSpPr>
        <p:spPr>
          <a:xfrm>
            <a:off x="1103132" y="4454843"/>
            <a:ext cx="2734129" cy="1988825"/>
          </a:xfrm>
        </p:spPr>
        <p:txBody>
          <a:bodyPr>
            <a:normAutofit/>
          </a:bodyPr>
          <a:lstStyle/>
          <a:p>
            <a:r>
              <a:rPr lang="en-US" sz="2800" b="0" dirty="0"/>
              <a:t> Software Engineering and Design</a:t>
            </a:r>
            <a:endParaRPr lang="en-US" sz="2800" dirty="0"/>
          </a:p>
        </p:txBody>
      </p:sp>
      <p:sp>
        <p:nvSpPr>
          <p:cNvPr id="11" name="Content Placeholder 2">
            <a:extLst>
              <a:ext uri="{FF2B5EF4-FFF2-40B4-BE49-F238E27FC236}">
                <a16:creationId xmlns:a16="http://schemas.microsoft.com/office/drawing/2014/main" id="{3AD1563E-27A1-769E-AA80-4FBCBE3377B2}"/>
              </a:ext>
            </a:extLst>
          </p:cNvPr>
          <p:cNvSpPr>
            <a:spLocks noGrp="1"/>
          </p:cNvSpPr>
          <p:nvPr>
            <p:ph sz="quarter" idx="14"/>
          </p:nvPr>
        </p:nvSpPr>
        <p:spPr>
          <a:xfrm>
            <a:off x="4136199" y="4454843"/>
            <a:ext cx="7579766" cy="1988825"/>
          </a:xfrm>
        </p:spPr>
        <p:txBody>
          <a:bodyPr vert="horz" lIns="91440" tIns="45720" rIns="91440" bIns="45720" rtlCol="0" anchor="t">
            <a:normAutofit/>
          </a:bodyPr>
          <a:lstStyle/>
          <a:p>
            <a:pPr>
              <a:buFont typeface="Arial"/>
              <a:buChar char="•"/>
            </a:pPr>
            <a:r>
              <a:rPr lang="en-US">
                <a:ea typeface="+mn-lt"/>
                <a:cs typeface="+mn-lt"/>
              </a:rPr>
              <a:t>Receives subject, provider, style, output, and size </a:t>
            </a:r>
            <a:endParaRPr lang="en-US"/>
          </a:p>
          <a:p>
            <a:pPr>
              <a:buFont typeface="Arial"/>
              <a:buChar char="•"/>
            </a:pPr>
            <a:r>
              <a:rPr lang="en-US">
                <a:ea typeface="+mn-lt"/>
                <a:cs typeface="+mn-lt"/>
              </a:rPr>
              <a:t>Loads configuration settings </a:t>
            </a:r>
            <a:endParaRPr lang="en-US"/>
          </a:p>
          <a:p>
            <a:pPr>
              <a:buFont typeface="Arial"/>
              <a:buChar char="•"/>
            </a:pPr>
            <a:r>
              <a:rPr lang="en-US">
                <a:ea typeface="+mn-lt"/>
                <a:cs typeface="+mn-lt"/>
              </a:rPr>
              <a:t>Creates the selected AI generator </a:t>
            </a:r>
          </a:p>
          <a:p>
            <a:pPr>
              <a:buFont typeface="Arial"/>
              <a:buChar char="•"/>
            </a:pPr>
            <a:r>
              <a:rPr lang="en-US">
                <a:ea typeface="+mn-lt"/>
                <a:cs typeface="+mn-lt"/>
              </a:rPr>
              <a:t>Calls </a:t>
            </a:r>
            <a:r>
              <a:rPr lang="en-US" err="1">
                <a:latin typeface="Consolas"/>
              </a:rPr>
              <a:t>generate_page</a:t>
            </a:r>
            <a:r>
              <a:rPr lang="en-US">
                <a:latin typeface="Consolas"/>
              </a:rPr>
              <a:t>()</a:t>
            </a:r>
            <a:r>
              <a:rPr lang="en-US">
                <a:ea typeface="+mn-lt"/>
                <a:cs typeface="+mn-lt"/>
              </a:rPr>
              <a:t> </a:t>
            </a:r>
            <a:endParaRPr lang="en-US"/>
          </a:p>
          <a:p>
            <a:pPr>
              <a:buFont typeface="Arial"/>
              <a:buChar char="•"/>
            </a:pPr>
            <a:r>
              <a:rPr lang="en-US">
                <a:ea typeface="+mn-lt"/>
                <a:cs typeface="+mn-lt"/>
              </a:rPr>
              <a:t>Returns the saved file path</a:t>
            </a:r>
          </a:p>
          <a:p>
            <a:pPr>
              <a:spcAft>
                <a:spcPts val="600"/>
              </a:spcAft>
            </a:pPr>
            <a:endParaRPr lang="en-US"/>
          </a:p>
        </p:txBody>
      </p:sp>
      <p:pic>
        <p:nvPicPr>
          <p:cNvPr id="2" name="Picture 1">
            <a:extLst>
              <a:ext uri="{FF2B5EF4-FFF2-40B4-BE49-F238E27FC236}">
                <a16:creationId xmlns:a16="http://schemas.microsoft.com/office/drawing/2014/main" id="{CF469ADE-09D6-F523-0ABA-57D384CE3A31}"/>
              </a:ext>
            </a:extLst>
          </p:cNvPr>
          <p:cNvPicPr>
            <a:picLocks noChangeAspect="1"/>
          </p:cNvPicPr>
          <p:nvPr/>
        </p:nvPicPr>
        <p:blipFill>
          <a:blip r:embed="rId5"/>
          <a:stretch>
            <a:fillRect/>
          </a:stretch>
        </p:blipFill>
        <p:spPr>
          <a:xfrm>
            <a:off x="875312" y="289344"/>
            <a:ext cx="7594659" cy="3950179"/>
          </a:xfrm>
          <a:prstGeom prst="rect">
            <a:avLst/>
          </a:prstGeom>
        </p:spPr>
      </p:pic>
      <p:pic>
        <p:nvPicPr>
          <p:cNvPr id="3" name="ElevenLabs_2026-09-18T16_27_11_Jessica - Playful, Bright, Warm_pvc_sp100_s50_sb75_se0_b_m2">
            <a:hlinkClick r:id="" action="ppaction://media"/>
            <a:extLst>
              <a:ext uri="{FF2B5EF4-FFF2-40B4-BE49-F238E27FC236}">
                <a16:creationId xmlns:a16="http://schemas.microsoft.com/office/drawing/2014/main" id="{82BCE1B9-EB1F-E10F-9193-DF7651F0477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591136" y="291962"/>
            <a:ext cx="730250" cy="730250"/>
          </a:xfrm>
          <a:prstGeom prst="rect">
            <a:avLst/>
          </a:prstGeom>
        </p:spPr>
      </p:pic>
    </p:spTree>
    <p:extLst>
      <p:ext uri="{BB962C8B-B14F-4D97-AF65-F5344CB8AC3E}">
        <p14:creationId xmlns:p14="http://schemas.microsoft.com/office/powerpoint/2010/main" val="16468842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nextCondLst>
                <p:cond evt="onClick" delay="0">
                  <p:tgtEl>
                    <p:spTgt spid="3"/>
                  </p:tgtEl>
                </p:cond>
              </p:nextCondLst>
            </p:seq>
            <p:audio>
              <p:cMediaNode>
                <p:cTn id="7" fill="hold" display="0">
                  <p:stCondLst>
                    <p:cond delay="indefinite"/>
                  </p:stCondLst>
                  <p:endCondLst>
                    <p:cond evt="onStopAudio" delay="0">
                      <p:tgtEl>
                        <p:sldTgt/>
                      </p:tgtEl>
                    </p:cond>
                  </p:endCondLst>
                </p:cTn>
                <p:tgtEl>
                  <p:spTgt spid="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93B6C-C63F-9DFE-1F31-0267ECA053ED}"/>
              </a:ext>
            </a:extLst>
          </p:cNvPr>
          <p:cNvSpPr>
            <a:spLocks noGrp="1"/>
          </p:cNvSpPr>
          <p:nvPr>
            <p:ph type="title"/>
          </p:nvPr>
        </p:nvSpPr>
        <p:spPr>
          <a:xfrm>
            <a:off x="1088305" y="1111141"/>
            <a:ext cx="3021873" cy="1926781"/>
          </a:xfrm>
        </p:spPr>
        <p:txBody>
          <a:bodyPr>
            <a:normAutofit/>
          </a:bodyPr>
          <a:lstStyle/>
          <a:p>
            <a:r>
              <a:rPr lang="en-US" sz="3100"/>
              <a:t>Software Engineering Analysis</a:t>
            </a:r>
          </a:p>
        </p:txBody>
      </p:sp>
      <p:sp>
        <p:nvSpPr>
          <p:cNvPr id="4" name="Content Placeholder 3">
            <a:extLst>
              <a:ext uri="{FF2B5EF4-FFF2-40B4-BE49-F238E27FC236}">
                <a16:creationId xmlns:a16="http://schemas.microsoft.com/office/drawing/2014/main" id="{1D7B1F75-6ED9-1376-5273-A8F7B7FC0FC1}"/>
              </a:ext>
            </a:extLst>
          </p:cNvPr>
          <p:cNvSpPr>
            <a:spLocks noGrp="1"/>
          </p:cNvSpPr>
          <p:nvPr>
            <p:ph sz="quarter" idx="14"/>
          </p:nvPr>
        </p:nvSpPr>
        <p:spPr>
          <a:xfrm>
            <a:off x="4394288" y="1033272"/>
            <a:ext cx="7188111" cy="2395728"/>
          </a:xfrm>
        </p:spPr>
        <p:txBody>
          <a:bodyPr>
            <a:normAutofit/>
          </a:bodyPr>
          <a:lstStyle/>
          <a:p>
            <a:pPr>
              <a:lnSpc>
                <a:spcPct val="90000"/>
              </a:lnSpc>
              <a:spcAft>
                <a:spcPts val="600"/>
              </a:spcAft>
              <a:buFont typeface="Arial"/>
              <a:buChar char="•"/>
            </a:pPr>
            <a:r>
              <a:rPr lang="en-US" b="1"/>
              <a:t>Analysis</a:t>
            </a:r>
            <a:endParaRPr lang="en-US"/>
          </a:p>
          <a:p>
            <a:pPr>
              <a:lnSpc>
                <a:spcPct val="90000"/>
              </a:lnSpc>
              <a:spcAft>
                <a:spcPts val="600"/>
              </a:spcAft>
              <a:buFont typeface="Arial"/>
              <a:buChar char="•"/>
            </a:pPr>
            <a:r>
              <a:rPr lang="en-US" b="1"/>
              <a:t>Strengths</a:t>
            </a:r>
            <a:endParaRPr lang="en-US"/>
          </a:p>
          <a:p>
            <a:pPr>
              <a:lnSpc>
                <a:spcPct val="90000"/>
              </a:lnSpc>
              <a:spcAft>
                <a:spcPts val="600"/>
              </a:spcAft>
              <a:buFont typeface="Arial"/>
              <a:buChar char="•"/>
            </a:pPr>
            <a:r>
              <a:rPr lang="en-US"/>
              <a:t>Input validation </a:t>
            </a:r>
          </a:p>
          <a:p>
            <a:pPr>
              <a:lnSpc>
                <a:spcPct val="90000"/>
              </a:lnSpc>
              <a:spcAft>
                <a:spcPts val="600"/>
              </a:spcAft>
              <a:buFont typeface="Arial"/>
              <a:buChar char="•"/>
            </a:pPr>
            <a:r>
              <a:rPr lang="en-US"/>
              <a:t>Exception handling </a:t>
            </a:r>
          </a:p>
          <a:p>
            <a:pPr>
              <a:lnSpc>
                <a:spcPct val="90000"/>
              </a:lnSpc>
              <a:spcAft>
                <a:spcPts val="600"/>
              </a:spcAft>
              <a:buFont typeface="Arial"/>
              <a:buChar char="•"/>
            </a:pPr>
            <a:r>
              <a:rPr lang="en-US"/>
              <a:t>Commands have defined responsibilities </a:t>
            </a:r>
          </a:p>
          <a:p>
            <a:pPr>
              <a:lnSpc>
                <a:spcPct val="90000"/>
              </a:lnSpc>
              <a:spcAft>
                <a:spcPts val="600"/>
              </a:spcAft>
              <a:buFont typeface="Arial"/>
              <a:buChar char="•"/>
            </a:pPr>
            <a:r>
              <a:rPr lang="en-US" b="1"/>
              <a:t>Weakness</a:t>
            </a:r>
            <a:endParaRPr lang="en-US"/>
          </a:p>
          <a:p>
            <a:pPr>
              <a:lnSpc>
                <a:spcPct val="90000"/>
              </a:lnSpc>
              <a:spcAft>
                <a:spcPts val="600"/>
              </a:spcAft>
              <a:buFont typeface="Arial"/>
              <a:buChar char="•"/>
            </a:pPr>
            <a:r>
              <a:rPr lang="en-US"/>
              <a:t>Error-handling logic is duplicated </a:t>
            </a:r>
          </a:p>
          <a:p>
            <a:pPr>
              <a:lnSpc>
                <a:spcPct val="90000"/>
              </a:lnSpc>
              <a:spcAft>
                <a:spcPts val="600"/>
              </a:spcAft>
              <a:buFont typeface="Arial"/>
              <a:buChar char="•"/>
            </a:pPr>
            <a:r>
              <a:rPr lang="en-US"/>
              <a:t>CLI also coordinates application workflow</a:t>
            </a:r>
          </a:p>
        </p:txBody>
      </p:sp>
      <p:pic>
        <p:nvPicPr>
          <p:cNvPr id="7" name="Picture Placeholder 6">
            <a:extLst>
              <a:ext uri="{FF2B5EF4-FFF2-40B4-BE49-F238E27FC236}">
                <a16:creationId xmlns:a16="http://schemas.microsoft.com/office/drawing/2014/main" id="{5C7E0814-3CDD-7892-D318-A20E0F9B1DB7}"/>
              </a:ext>
            </a:extLst>
          </p:cNvPr>
          <p:cNvPicPr>
            <a:picLocks noGrp="1" noChangeAspect="1"/>
          </p:cNvPicPr>
          <p:nvPr>
            <p:ph type="pic" sz="quarter" idx="13"/>
          </p:nvPr>
        </p:nvPicPr>
        <p:blipFill>
          <a:blip r:embed="rId5"/>
          <a:srcRect r="9193" b="-2"/>
          <a:stretch>
            <a:fillRect/>
          </a:stretch>
        </p:blipFill>
        <p:spPr>
          <a:xfrm>
            <a:off x="-1" y="3914863"/>
            <a:ext cx="12192000" cy="2943138"/>
          </a:xfrm>
          <a:prstGeom prst="rect">
            <a:avLst/>
          </a:prstGeom>
          <a:noFill/>
        </p:spPr>
      </p:pic>
      <p:pic>
        <p:nvPicPr>
          <p:cNvPr id="8" name="ElevenLabs_2026-09-18T16_30_33_Jessica - Playful, Bright, Warm_pvc_sp100_s50_sb75_se0_b_m2">
            <a:hlinkClick r:id="" action="ppaction://media"/>
            <a:extLst>
              <a:ext uri="{FF2B5EF4-FFF2-40B4-BE49-F238E27FC236}">
                <a16:creationId xmlns:a16="http://schemas.microsoft.com/office/drawing/2014/main" id="{945DFCBD-30CA-41FD-5F0C-30C6B4BBAE4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628686" y="375309"/>
            <a:ext cx="730250" cy="730250"/>
          </a:xfrm>
          <a:prstGeom prst="rect">
            <a:avLst/>
          </a:prstGeom>
        </p:spPr>
      </p:pic>
    </p:spTree>
    <p:extLst>
      <p:ext uri="{BB962C8B-B14F-4D97-AF65-F5344CB8AC3E}">
        <p14:creationId xmlns:p14="http://schemas.microsoft.com/office/powerpoint/2010/main" val="188406548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nextCondLst>
                <p:cond evt="onClick" delay="0">
                  <p:tgtEl>
                    <p:spTgt spid="8"/>
                  </p:tgtEl>
                </p:cond>
              </p:nextCondLst>
            </p:seq>
            <p:audio>
              <p:cMediaNode>
                <p:cTn id="7" fill="hold" display="0">
                  <p:stCondLst>
                    <p:cond delay="indefinite"/>
                  </p:stCondLst>
                  <p:endCondLst>
                    <p:cond evt="onStopAudio" delay="0">
                      <p:tgtEl>
                        <p:sldTgt/>
                      </p:tgtEl>
                    </p:cond>
                  </p:endCondLst>
                </p:cTn>
                <p:tgtEl>
                  <p:spTgt spid="8"/>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F0D70-F8C8-FAC3-1B93-49ECF8B913AF}"/>
              </a:ext>
            </a:extLst>
          </p:cNvPr>
          <p:cNvSpPr>
            <a:spLocks noGrp="1"/>
          </p:cNvSpPr>
          <p:nvPr>
            <p:ph type="title"/>
          </p:nvPr>
        </p:nvSpPr>
        <p:spPr>
          <a:xfrm>
            <a:off x="1088136" y="1119132"/>
            <a:ext cx="9890066" cy="1204593"/>
          </a:xfrm>
        </p:spPr>
        <p:txBody>
          <a:bodyPr vert="horz" lIns="91440" tIns="45720" rIns="91440" bIns="45720" rtlCol="0">
            <a:normAutofit/>
          </a:bodyPr>
          <a:lstStyle/>
          <a:p>
            <a:r>
              <a:rPr lang="en-US" b="1" kern="1200" cap="all" baseline="0"/>
              <a:t>Planned Software Engineering Enhancement</a:t>
            </a:r>
          </a:p>
        </p:txBody>
      </p:sp>
      <p:sp>
        <p:nvSpPr>
          <p:cNvPr id="4" name="Content Placeholder 3">
            <a:extLst>
              <a:ext uri="{FF2B5EF4-FFF2-40B4-BE49-F238E27FC236}">
                <a16:creationId xmlns:a16="http://schemas.microsoft.com/office/drawing/2014/main" id="{04E57F51-DBC0-0AE8-EA37-D24426AB6EB2}"/>
              </a:ext>
            </a:extLst>
          </p:cNvPr>
          <p:cNvSpPr>
            <a:spLocks noGrp="1"/>
          </p:cNvSpPr>
          <p:nvPr>
            <p:ph sz="half" idx="1"/>
          </p:nvPr>
        </p:nvSpPr>
        <p:spPr>
          <a:xfrm>
            <a:off x="1082185" y="2440568"/>
            <a:ext cx="4841505" cy="3801284"/>
          </a:xfrm>
        </p:spPr>
        <p:txBody>
          <a:bodyPr vert="horz" lIns="91440" tIns="45720" rIns="91440" bIns="45720" rtlCol="0" anchor="t">
            <a:normAutofit/>
          </a:bodyPr>
          <a:lstStyle/>
          <a:p>
            <a:pPr>
              <a:buFont typeface="Arial" panose="020B0504020202020204" pitchFamily="34" charset="0"/>
              <a:buChar char="•"/>
            </a:pPr>
            <a:r>
              <a:rPr lang="en-US" b="1" dirty="0">
                <a:ea typeface="+mn-lt"/>
                <a:cs typeface="+mn-lt"/>
              </a:rPr>
              <a:t>Specific Enhancement</a:t>
            </a:r>
            <a:endParaRPr lang="en-US" dirty="0"/>
          </a:p>
          <a:p>
            <a:pPr>
              <a:buFont typeface="Arial" panose="020B0504020202020204" pitchFamily="34" charset="0"/>
              <a:buChar char="•"/>
            </a:pPr>
            <a:r>
              <a:rPr lang="en-US" dirty="0">
                <a:latin typeface="Consolas"/>
              </a:rPr>
              <a:t>cli.py</a:t>
            </a:r>
            <a:r>
              <a:rPr lang="en-US" dirty="0">
                <a:ea typeface="+mn-lt"/>
                <a:cs typeface="+mn-lt"/>
              </a:rPr>
              <a:t> → CLI interaction only</a:t>
            </a:r>
            <a:br>
              <a:rPr lang="en-US" dirty="0">
                <a:ea typeface="+mn-lt"/>
                <a:cs typeface="+mn-lt"/>
              </a:rPr>
            </a:br>
            <a:r>
              <a:rPr lang="en-US" dirty="0">
                <a:ea typeface="+mn-lt"/>
                <a:cs typeface="+mn-lt"/>
              </a:rPr>
              <a:t> </a:t>
            </a:r>
            <a:r>
              <a:rPr lang="en-US" dirty="0">
                <a:latin typeface="Consolas"/>
              </a:rPr>
              <a:t>generation_service.py</a:t>
            </a:r>
            <a:r>
              <a:rPr lang="en-US" dirty="0">
                <a:ea typeface="+mn-lt"/>
                <a:cs typeface="+mn-lt"/>
              </a:rPr>
              <a:t> → generation workflow</a:t>
            </a:r>
            <a:br>
              <a:rPr lang="en-US" dirty="0">
                <a:ea typeface="+mn-lt"/>
                <a:cs typeface="+mn-lt"/>
              </a:rPr>
            </a:br>
            <a:r>
              <a:rPr lang="en-US" dirty="0">
                <a:ea typeface="+mn-lt"/>
                <a:cs typeface="+mn-lt"/>
              </a:rPr>
              <a:t> </a:t>
            </a:r>
            <a:r>
              <a:rPr lang="en-US" dirty="0">
                <a:latin typeface="Consolas"/>
              </a:rPr>
              <a:t>exceptions.py</a:t>
            </a:r>
            <a:r>
              <a:rPr lang="en-US" dirty="0">
                <a:ea typeface="+mn-lt"/>
                <a:cs typeface="+mn-lt"/>
              </a:rPr>
              <a:t> → centralized application exceptions</a:t>
            </a:r>
            <a:br>
              <a:rPr lang="en-US" dirty="0">
                <a:ea typeface="+mn-lt"/>
                <a:cs typeface="+mn-lt"/>
              </a:rPr>
            </a:br>
            <a:r>
              <a:rPr lang="en-US" dirty="0">
                <a:ea typeface="+mn-lt"/>
                <a:cs typeface="+mn-lt"/>
              </a:rPr>
              <a:t> </a:t>
            </a:r>
            <a:r>
              <a:rPr lang="en-US" dirty="0">
                <a:latin typeface="Consolas"/>
              </a:rPr>
              <a:t>config.py</a:t>
            </a:r>
            <a:r>
              <a:rPr lang="en-US" dirty="0">
                <a:ea typeface="+mn-lt"/>
                <a:cs typeface="+mn-lt"/>
              </a:rPr>
              <a:t> → configuration/provider settings</a:t>
            </a:r>
            <a:endParaRPr lang="en-US" dirty="0"/>
          </a:p>
          <a:p>
            <a:pPr marL="285750" indent="-285750">
              <a:spcAft>
                <a:spcPts val="600"/>
              </a:spcAft>
              <a:buFont typeface="Neue Haas Grotesk Text Pro" panose="020B0504020202020204" pitchFamily="34" charset="0"/>
              <a:buChar char="•"/>
            </a:pPr>
            <a:endParaRPr lang="en-US" dirty="0"/>
          </a:p>
          <a:p>
            <a:pPr>
              <a:spcAft>
                <a:spcPts val="600"/>
              </a:spcAft>
            </a:pPr>
            <a:endParaRPr lang="en-US"/>
          </a:p>
        </p:txBody>
      </p:sp>
      <p:pic>
        <p:nvPicPr>
          <p:cNvPr id="7" name="Picture Placeholder 6">
            <a:extLst>
              <a:ext uri="{FF2B5EF4-FFF2-40B4-BE49-F238E27FC236}">
                <a16:creationId xmlns:a16="http://schemas.microsoft.com/office/drawing/2014/main" id="{326DDBA1-1E5A-B221-BA33-3608AF589CEE}"/>
              </a:ext>
            </a:extLst>
          </p:cNvPr>
          <p:cNvPicPr>
            <a:picLocks noGrp="1" noChangeAspect="1"/>
          </p:cNvPicPr>
          <p:nvPr>
            <p:ph sz="half" idx="2"/>
          </p:nvPr>
        </p:nvPicPr>
        <p:blipFill>
          <a:blip r:embed="rId5"/>
          <a:stretch>
            <a:fillRect/>
          </a:stretch>
        </p:blipFill>
        <p:spPr>
          <a:xfrm>
            <a:off x="6172200" y="2743574"/>
            <a:ext cx="4806002" cy="3195270"/>
          </a:xfrm>
          <a:prstGeom prst="rect">
            <a:avLst/>
          </a:prstGeom>
          <a:noFill/>
        </p:spPr>
      </p:pic>
      <p:pic>
        <p:nvPicPr>
          <p:cNvPr id="8" name="ElevenLabs_2026-09-18T16_33_06_Jessica - Playful, Bright, Warm_pvc_sp100_s50_sb75_se0_b_m2">
            <a:hlinkClick r:id="" action="ppaction://media"/>
            <a:extLst>
              <a:ext uri="{FF2B5EF4-FFF2-40B4-BE49-F238E27FC236}">
                <a16:creationId xmlns:a16="http://schemas.microsoft.com/office/drawing/2014/main" id="{051661BB-CF7E-C16E-7E70-E1CF1725950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57592" y="4789158"/>
            <a:ext cx="730250" cy="730250"/>
          </a:xfrm>
          <a:prstGeom prst="rect">
            <a:avLst/>
          </a:prstGeom>
        </p:spPr>
      </p:pic>
    </p:spTree>
    <p:extLst>
      <p:ext uri="{BB962C8B-B14F-4D97-AF65-F5344CB8AC3E}">
        <p14:creationId xmlns:p14="http://schemas.microsoft.com/office/powerpoint/2010/main" val="417632648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nextCondLst>
                <p:cond evt="onClick" delay="0">
                  <p:tgtEl>
                    <p:spTgt spid="8"/>
                  </p:tgtEl>
                </p:cond>
              </p:nextCondLst>
            </p:seq>
            <p:audio>
              <p:cMediaNode>
                <p:cTn id="7" fill="hold" display="0">
                  <p:stCondLst>
                    <p:cond delay="indefinite"/>
                  </p:stCondLst>
                  <p:endCondLst>
                    <p:cond evt="onStopAudio" delay="0">
                      <p:tgtEl>
                        <p:sldTgt/>
                      </p:tgtEl>
                    </p:cond>
                  </p:endCondLst>
                </p:cTn>
                <p:tgtEl>
                  <p:spTgt spid="8"/>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4D6F2-5444-4168-769C-87D1EDCF7002}"/>
              </a:ext>
            </a:extLst>
          </p:cNvPr>
          <p:cNvSpPr>
            <a:spLocks noGrp="1"/>
          </p:cNvSpPr>
          <p:nvPr>
            <p:ph type="title"/>
          </p:nvPr>
        </p:nvSpPr>
        <p:spPr>
          <a:xfrm>
            <a:off x="1115324" y="3987802"/>
            <a:ext cx="3044954" cy="2309785"/>
          </a:xfrm>
        </p:spPr>
        <p:txBody>
          <a:bodyPr vert="horz" lIns="91440" tIns="45720" rIns="91440" bIns="45720" rtlCol="0">
            <a:normAutofit/>
          </a:bodyPr>
          <a:lstStyle/>
          <a:p>
            <a:r>
              <a:rPr lang="en-US" sz="3100" b="1" kern="1200" cap="all" baseline="0">
                <a:latin typeface="+mj-lt"/>
                <a:ea typeface="+mj-ea"/>
                <a:cs typeface="+mj-cs"/>
              </a:rPr>
              <a:t>Algorithms and Data Structures</a:t>
            </a:r>
          </a:p>
        </p:txBody>
      </p:sp>
      <p:pic>
        <p:nvPicPr>
          <p:cNvPr id="6" name="Content Placeholder 5">
            <a:extLst>
              <a:ext uri="{FF2B5EF4-FFF2-40B4-BE49-F238E27FC236}">
                <a16:creationId xmlns:a16="http://schemas.microsoft.com/office/drawing/2014/main" id="{C9AB1686-B73E-420C-7F0B-7E26B4C8C329}"/>
              </a:ext>
            </a:extLst>
          </p:cNvPr>
          <p:cNvPicPr>
            <a:picLocks noGrp="1" noChangeAspect="1"/>
          </p:cNvPicPr>
          <p:nvPr>
            <p:ph type="pic" sz="quarter" idx="13"/>
          </p:nvPr>
        </p:nvPicPr>
        <p:blipFill>
          <a:blip r:embed="rId5"/>
          <a:stretch/>
        </p:blipFill>
        <p:spPr>
          <a:xfrm>
            <a:off x="-1" y="197666"/>
            <a:ext cx="12192000" cy="3047998"/>
          </a:xfrm>
          <a:prstGeom prst="rect">
            <a:avLst/>
          </a:prstGeom>
          <a:noFill/>
        </p:spPr>
      </p:pic>
      <p:sp>
        <p:nvSpPr>
          <p:cNvPr id="7" name="TextBox 6">
            <a:extLst>
              <a:ext uri="{FF2B5EF4-FFF2-40B4-BE49-F238E27FC236}">
                <a16:creationId xmlns:a16="http://schemas.microsoft.com/office/drawing/2014/main" id="{D6F781E4-8E24-5258-C2CA-93ED6AB704E2}"/>
              </a:ext>
            </a:extLst>
          </p:cNvPr>
          <p:cNvSpPr txBox="1"/>
          <p:nvPr/>
        </p:nvSpPr>
        <p:spPr>
          <a:xfrm>
            <a:off x="4255935" y="3987802"/>
            <a:ext cx="7460029" cy="2309785"/>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1600" b="1"/>
              <a:t>Current Algorithm</a:t>
            </a:r>
            <a:endParaRPr lang="en-US" sz="1600"/>
          </a:p>
          <a:p>
            <a:pPr>
              <a:lnSpc>
                <a:spcPct val="90000"/>
              </a:lnSpc>
              <a:spcAft>
                <a:spcPts val="600"/>
              </a:spcAft>
            </a:pPr>
            <a:r>
              <a:rPr lang="en-US" sz="1600"/>
              <a:t>Input: list[str] of subjects </a:t>
            </a:r>
          </a:p>
          <a:p>
            <a:pPr>
              <a:lnSpc>
                <a:spcPct val="90000"/>
              </a:lnSpc>
              <a:spcAft>
                <a:spcPts val="600"/>
              </a:spcAft>
            </a:pPr>
            <a:r>
              <a:rPr lang="en-US" sz="1600"/>
              <a:t>Iterates sequentially </a:t>
            </a:r>
          </a:p>
          <a:p>
            <a:pPr>
              <a:lnSpc>
                <a:spcPct val="90000"/>
              </a:lnSpc>
              <a:spcAft>
                <a:spcPts val="600"/>
              </a:spcAft>
            </a:pPr>
            <a:r>
              <a:rPr lang="en-US" sz="1600"/>
              <a:t>Generates unique filenames </a:t>
            </a:r>
          </a:p>
          <a:p>
            <a:pPr>
              <a:lnSpc>
                <a:spcPct val="90000"/>
              </a:lnSpc>
              <a:spcAft>
                <a:spcPts val="600"/>
              </a:spcAft>
            </a:pPr>
            <a:r>
              <a:rPr lang="en-US" sz="1600"/>
              <a:t>Calls generate_page() </a:t>
            </a:r>
          </a:p>
          <a:p>
            <a:pPr>
              <a:lnSpc>
                <a:spcPct val="90000"/>
              </a:lnSpc>
              <a:spcAft>
                <a:spcPts val="600"/>
              </a:spcAft>
            </a:pPr>
            <a:r>
              <a:rPr lang="en-US" sz="1600"/>
              <a:t>Stores paths in list[Path] </a:t>
            </a:r>
          </a:p>
          <a:p>
            <a:pPr>
              <a:lnSpc>
                <a:spcPct val="90000"/>
              </a:lnSpc>
              <a:spcAft>
                <a:spcPts val="600"/>
              </a:spcAft>
            </a:pPr>
            <a:r>
              <a:rPr lang="en-US" sz="1600"/>
              <a:t>Preserves page order</a:t>
            </a:r>
          </a:p>
          <a:p>
            <a:pPr>
              <a:lnSpc>
                <a:spcPct val="90000"/>
              </a:lnSpc>
              <a:spcAft>
                <a:spcPts val="600"/>
              </a:spcAft>
            </a:pPr>
            <a:endParaRPr lang="en-US" sz="1600"/>
          </a:p>
          <a:p>
            <a:pPr>
              <a:lnSpc>
                <a:spcPct val="90000"/>
              </a:lnSpc>
              <a:spcAft>
                <a:spcPts val="600"/>
              </a:spcAft>
            </a:pPr>
            <a:endParaRPr lang="en-US" sz="1600"/>
          </a:p>
        </p:txBody>
      </p:sp>
      <p:pic>
        <p:nvPicPr>
          <p:cNvPr id="8" name="ElevenLabs_2026-09-18T16_36_29_Jessica - Playful, Bright, Warm_pvc_sp100_s50_sb75_se0_b_m2">
            <a:hlinkClick r:id="" action="ppaction://media"/>
            <a:extLst>
              <a:ext uri="{FF2B5EF4-FFF2-40B4-BE49-F238E27FC236}">
                <a16:creationId xmlns:a16="http://schemas.microsoft.com/office/drawing/2014/main" id="{575286C6-CD17-94E6-C7EC-F649F11D716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513668" y="4415347"/>
            <a:ext cx="730250" cy="730250"/>
          </a:xfrm>
          <a:prstGeom prst="rect">
            <a:avLst/>
          </a:prstGeom>
        </p:spPr>
      </p:pic>
    </p:spTree>
    <p:extLst>
      <p:ext uri="{BB962C8B-B14F-4D97-AF65-F5344CB8AC3E}">
        <p14:creationId xmlns:p14="http://schemas.microsoft.com/office/powerpoint/2010/main" val="13637304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nextCondLst>
                <p:cond evt="onClick" delay="0">
                  <p:tgtEl>
                    <p:spTgt spid="8"/>
                  </p:tgtEl>
                </p:cond>
              </p:nextCondLst>
            </p:seq>
            <p:audio>
              <p:cMediaNode>
                <p:cTn id="7" fill="hold" display="0">
                  <p:stCondLst>
                    <p:cond delay="indefinite"/>
                  </p:stCondLst>
                  <p:endCondLst>
                    <p:cond evt="onStopAudio" delay="0">
                      <p:tgtEl>
                        <p:sldTgt/>
                      </p:tgtEl>
                    </p:cond>
                  </p:endCondLst>
                </p:cTn>
                <p:tgtEl>
                  <p:spTgt spid="8"/>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68441-383E-2C6D-B042-592D769E45BE}"/>
              </a:ext>
            </a:extLst>
          </p:cNvPr>
          <p:cNvSpPr>
            <a:spLocks noGrp="1"/>
          </p:cNvSpPr>
          <p:nvPr>
            <p:ph type="title"/>
          </p:nvPr>
        </p:nvSpPr>
        <p:spPr>
          <a:xfrm>
            <a:off x="1103132" y="4454843"/>
            <a:ext cx="2734129" cy="1988825"/>
          </a:xfrm>
        </p:spPr>
        <p:txBody>
          <a:bodyPr>
            <a:normAutofit/>
          </a:bodyPr>
          <a:lstStyle/>
          <a:p>
            <a:r>
              <a:rPr lang="en-US" sz="2800"/>
              <a:t>Algorithms and Data Structures Analysis</a:t>
            </a:r>
          </a:p>
        </p:txBody>
      </p:sp>
      <p:sp>
        <p:nvSpPr>
          <p:cNvPr id="3" name="Content Placeholder 2">
            <a:extLst>
              <a:ext uri="{FF2B5EF4-FFF2-40B4-BE49-F238E27FC236}">
                <a16:creationId xmlns:a16="http://schemas.microsoft.com/office/drawing/2014/main" id="{2B0E4020-2E6E-ACAA-8B7A-BB77C791915C}"/>
              </a:ext>
            </a:extLst>
          </p:cNvPr>
          <p:cNvSpPr>
            <a:spLocks noGrp="1"/>
          </p:cNvSpPr>
          <p:nvPr>
            <p:ph sz="quarter" idx="14"/>
          </p:nvPr>
        </p:nvSpPr>
        <p:spPr>
          <a:xfrm>
            <a:off x="4136199" y="4454843"/>
            <a:ext cx="7579766" cy="1988825"/>
          </a:xfrm>
        </p:spPr>
        <p:txBody>
          <a:bodyPr>
            <a:normAutofit fontScale="92500" lnSpcReduction="10000"/>
          </a:bodyPr>
          <a:lstStyle/>
          <a:p>
            <a:pPr>
              <a:buFont typeface="Arial"/>
              <a:buChar char="•"/>
            </a:pPr>
            <a:r>
              <a:rPr lang="en-US" b="1">
                <a:ea typeface="+mn-lt"/>
                <a:cs typeface="+mn-lt"/>
              </a:rPr>
              <a:t>Analysis</a:t>
            </a:r>
            <a:endParaRPr lang="en-US"/>
          </a:p>
          <a:p>
            <a:pPr>
              <a:buFont typeface="Arial"/>
              <a:buChar char="•"/>
            </a:pPr>
            <a:r>
              <a:rPr lang="en-US" b="1">
                <a:ea typeface="+mn-lt"/>
                <a:cs typeface="+mn-lt"/>
              </a:rPr>
              <a:t>Strengths</a:t>
            </a:r>
            <a:endParaRPr lang="en-US"/>
          </a:p>
          <a:p>
            <a:pPr>
              <a:buFont typeface="Arial"/>
              <a:buChar char="•"/>
            </a:pPr>
            <a:r>
              <a:rPr lang="en-US" dirty="0">
                <a:ea typeface="+mn-lt"/>
                <a:cs typeface="+mn-lt"/>
              </a:rPr>
              <a:t>Simple </a:t>
            </a:r>
            <a:r>
              <a:rPr lang="en-US">
                <a:ea typeface="+mn-lt"/>
                <a:cs typeface="+mn-lt"/>
              </a:rPr>
              <a:t>ordered list </a:t>
            </a:r>
            <a:endParaRPr lang="en-US"/>
          </a:p>
          <a:p>
            <a:pPr>
              <a:buFont typeface="Arial"/>
              <a:buChar char="•"/>
            </a:pPr>
            <a:r>
              <a:rPr lang="en-US">
                <a:ea typeface="+mn-lt"/>
                <a:cs typeface="+mn-lt"/>
              </a:rPr>
              <a:t>Predictable </a:t>
            </a:r>
            <a:r>
              <a:rPr lang="en-US" dirty="0">
                <a:ea typeface="+mn-lt"/>
                <a:cs typeface="+mn-lt"/>
              </a:rPr>
              <a:t>processing </a:t>
            </a:r>
          </a:p>
          <a:p>
            <a:pPr>
              <a:buFont typeface="Arial"/>
              <a:buChar char="•"/>
            </a:pPr>
            <a:r>
              <a:rPr lang="en-US">
                <a:ea typeface="+mn-lt"/>
                <a:cs typeface="+mn-lt"/>
              </a:rPr>
              <a:t>Easy to understand </a:t>
            </a:r>
            <a:endParaRPr lang="en-US"/>
          </a:p>
          <a:p>
            <a:pPr>
              <a:buFont typeface="Arial"/>
              <a:buChar char="•"/>
            </a:pPr>
            <a:r>
              <a:rPr lang="en-US" b="1">
                <a:ea typeface="+mn-lt"/>
                <a:cs typeface="+mn-lt"/>
              </a:rPr>
              <a:t>Limitation</a:t>
            </a:r>
            <a:endParaRPr lang="en-US"/>
          </a:p>
          <a:p>
            <a:pPr>
              <a:buFont typeface="Arial"/>
              <a:buChar char="•"/>
            </a:pPr>
            <a:r>
              <a:rPr lang="en-US">
                <a:ea typeface="+mn-lt"/>
                <a:cs typeface="+mn-lt"/>
              </a:rPr>
              <a:t>One </a:t>
            </a:r>
            <a:r>
              <a:rPr lang="en-US" dirty="0">
                <a:ea typeface="+mn-lt"/>
                <a:cs typeface="+mn-lt"/>
              </a:rPr>
              <a:t>generation </a:t>
            </a:r>
            <a:r>
              <a:rPr lang="en-US">
                <a:ea typeface="+mn-lt"/>
                <a:cs typeface="+mn-lt"/>
              </a:rPr>
              <a:t>failure can </a:t>
            </a:r>
            <a:r>
              <a:rPr lang="en-US" dirty="0">
                <a:ea typeface="+mn-lt"/>
                <a:cs typeface="+mn-lt"/>
              </a:rPr>
              <a:t>interrupt the </a:t>
            </a:r>
            <a:r>
              <a:rPr lang="en-US">
                <a:ea typeface="+mn-lt"/>
                <a:cs typeface="+mn-lt"/>
              </a:rPr>
              <a:t>loop </a:t>
            </a:r>
            <a:endParaRPr lang="en-US"/>
          </a:p>
          <a:p>
            <a:pPr>
              <a:buFont typeface="Arial"/>
              <a:buChar char="•"/>
            </a:pPr>
            <a:r>
              <a:rPr lang="en-US">
                <a:ea typeface="+mn-lt"/>
                <a:cs typeface="+mn-lt"/>
              </a:rPr>
              <a:t>Only </a:t>
            </a:r>
            <a:r>
              <a:rPr lang="en-US" dirty="0">
                <a:ea typeface="+mn-lt"/>
                <a:cs typeface="+mn-lt"/>
              </a:rPr>
              <a:t>successful</a:t>
            </a:r>
            <a:r>
              <a:rPr lang="en-US">
                <a:ea typeface="+mn-lt"/>
                <a:cs typeface="+mn-lt"/>
              </a:rPr>
              <a:t> paths are represented </a:t>
            </a:r>
            <a:endParaRPr lang="en-US"/>
          </a:p>
          <a:p>
            <a:pPr>
              <a:buFont typeface="Arial"/>
              <a:buChar char="•"/>
            </a:pPr>
            <a:r>
              <a:rPr lang="en-US">
                <a:ea typeface="+mn-lt"/>
                <a:cs typeface="+mn-lt"/>
              </a:rPr>
              <a:t>Failure information isn't tracked here</a:t>
            </a:r>
            <a:endParaRPr lang="en-US"/>
          </a:p>
          <a:p>
            <a:pPr>
              <a:spcAft>
                <a:spcPts val="600"/>
              </a:spcAft>
              <a:buFont typeface=""/>
              <a:buChar char="•"/>
            </a:pPr>
            <a:endParaRPr lang="en-US" dirty="0"/>
          </a:p>
        </p:txBody>
      </p:sp>
      <p:pic>
        <p:nvPicPr>
          <p:cNvPr id="5" name="Picture 4">
            <a:extLst>
              <a:ext uri="{FF2B5EF4-FFF2-40B4-BE49-F238E27FC236}">
                <a16:creationId xmlns:a16="http://schemas.microsoft.com/office/drawing/2014/main" id="{865E6DE6-A45F-0500-C5B9-6A22E37C4995}"/>
              </a:ext>
            </a:extLst>
          </p:cNvPr>
          <p:cNvPicPr>
            <a:picLocks noChangeAspect="1"/>
          </p:cNvPicPr>
          <p:nvPr/>
        </p:nvPicPr>
        <p:blipFill>
          <a:blip r:embed="rId5"/>
          <a:stretch>
            <a:fillRect/>
          </a:stretch>
        </p:blipFill>
        <p:spPr>
          <a:xfrm>
            <a:off x="817175" y="1715758"/>
            <a:ext cx="8199766" cy="1197993"/>
          </a:xfrm>
          <a:prstGeom prst="rect">
            <a:avLst/>
          </a:prstGeom>
        </p:spPr>
      </p:pic>
      <p:pic>
        <p:nvPicPr>
          <p:cNvPr id="6" name="ElevenLabs_2026-09-18T16_38_45_Jessica - Playful, Bright, Warm_pvc_sp100_s50_sb75_se0_b_m2">
            <a:hlinkClick r:id="" action="ppaction://media"/>
            <a:extLst>
              <a:ext uri="{FF2B5EF4-FFF2-40B4-BE49-F238E27FC236}">
                <a16:creationId xmlns:a16="http://schemas.microsoft.com/office/drawing/2014/main" id="{D357E45E-E0FB-98A4-7D9C-4373315D144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714951" y="3423309"/>
            <a:ext cx="730250" cy="730250"/>
          </a:xfrm>
          <a:prstGeom prst="rect">
            <a:avLst/>
          </a:prstGeom>
        </p:spPr>
      </p:pic>
    </p:spTree>
    <p:extLst>
      <p:ext uri="{BB962C8B-B14F-4D97-AF65-F5344CB8AC3E}">
        <p14:creationId xmlns:p14="http://schemas.microsoft.com/office/powerpoint/2010/main" val="132821901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nextCondLst>
                <p:cond evt="onClick" delay="0">
                  <p:tgtEl>
                    <p:spTgt spid="6"/>
                  </p:tgtEl>
                </p:cond>
              </p:nextCondLst>
            </p:seq>
            <p:audio>
              <p:cMediaNode>
                <p:cTn id="7" fill="hold" display="0">
                  <p:stCondLst>
                    <p:cond delay="indefinite"/>
                  </p:stCondLst>
                  <p:endCondLst>
                    <p:cond evt="onStopAudio" delay="0">
                      <p:tgtEl>
                        <p:sldTgt/>
                      </p:tgtEl>
                    </p:cond>
                  </p:endCondLst>
                </p:cTn>
                <p:tgtEl>
                  <p:spTgt spid="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ABD8D-1677-AD3C-A3DA-104695B21D26}"/>
              </a:ext>
            </a:extLst>
          </p:cNvPr>
          <p:cNvSpPr>
            <a:spLocks noGrp="1"/>
          </p:cNvSpPr>
          <p:nvPr>
            <p:ph type="title"/>
          </p:nvPr>
        </p:nvSpPr>
        <p:spPr>
          <a:xfrm>
            <a:off x="6386751" y="1115736"/>
            <a:ext cx="4738450" cy="1283986"/>
          </a:xfrm>
        </p:spPr>
        <p:txBody>
          <a:bodyPr>
            <a:normAutofit/>
          </a:bodyPr>
          <a:lstStyle/>
          <a:p>
            <a:r>
              <a:rPr lang="en-US" b="0"/>
              <a:t>Proposed Enhancement</a:t>
            </a:r>
            <a:endParaRPr lang="en-US"/>
          </a:p>
        </p:txBody>
      </p:sp>
      <p:pic>
        <p:nvPicPr>
          <p:cNvPr id="7" name="Picture Placeholder 6">
            <a:extLst>
              <a:ext uri="{FF2B5EF4-FFF2-40B4-BE49-F238E27FC236}">
                <a16:creationId xmlns:a16="http://schemas.microsoft.com/office/drawing/2014/main" id="{FD968165-F76A-8888-CF87-FA2B4232176B}"/>
              </a:ext>
            </a:extLst>
          </p:cNvPr>
          <p:cNvPicPr>
            <a:picLocks noGrp="1" noChangeAspect="1"/>
          </p:cNvPicPr>
          <p:nvPr>
            <p:ph type="pic" sz="quarter" idx="13"/>
          </p:nvPr>
        </p:nvPicPr>
        <p:blipFill>
          <a:blip r:embed="rId5"/>
          <a:stretch/>
        </p:blipFill>
        <p:spPr>
          <a:xfrm>
            <a:off x="0" y="1844040"/>
            <a:ext cx="6096000" cy="3169919"/>
          </a:xfrm>
          <a:prstGeom prst="rect">
            <a:avLst/>
          </a:prstGeom>
          <a:noFill/>
        </p:spPr>
      </p:pic>
      <p:sp>
        <p:nvSpPr>
          <p:cNvPr id="4" name="Content Placeholder 3">
            <a:extLst>
              <a:ext uri="{FF2B5EF4-FFF2-40B4-BE49-F238E27FC236}">
                <a16:creationId xmlns:a16="http://schemas.microsoft.com/office/drawing/2014/main" id="{6143ED8F-3180-24F9-A3F0-E6839B90DF56}"/>
              </a:ext>
            </a:extLst>
          </p:cNvPr>
          <p:cNvSpPr>
            <a:spLocks noGrp="1"/>
          </p:cNvSpPr>
          <p:nvPr>
            <p:ph sz="quarter" idx="15"/>
          </p:nvPr>
        </p:nvSpPr>
        <p:spPr>
          <a:xfrm>
            <a:off x="6386751" y="2552124"/>
            <a:ext cx="4738450" cy="3734376"/>
          </a:xfrm>
        </p:spPr>
        <p:txBody>
          <a:bodyPr>
            <a:normAutofit/>
          </a:bodyPr>
          <a:lstStyle/>
          <a:p>
            <a:pPr>
              <a:spcAft>
                <a:spcPts val="600"/>
              </a:spcAft>
              <a:buFont typeface="Arial"/>
              <a:buChar char="•"/>
            </a:pPr>
            <a:r>
              <a:rPr lang="en-US"/>
              <a:t>Successful paths → ordered list </a:t>
            </a:r>
          </a:p>
          <a:p>
            <a:pPr>
              <a:spcAft>
                <a:spcPts val="600"/>
              </a:spcAft>
              <a:buFont typeface="Arial"/>
              <a:buChar char="•"/>
            </a:pPr>
            <a:r>
              <a:rPr lang="en-US"/>
              <a:t>Failures → subject + error information </a:t>
            </a:r>
          </a:p>
          <a:p>
            <a:pPr>
              <a:spcAft>
                <a:spcPts val="600"/>
              </a:spcAft>
              <a:buFont typeface="Arial"/>
              <a:buChar char="•"/>
            </a:pPr>
            <a:r>
              <a:rPr lang="en-US"/>
              <a:t>Individual failure does not stop remaining pages</a:t>
            </a:r>
          </a:p>
          <a:p>
            <a:pPr marL="285750" indent="-285750">
              <a:spcAft>
                <a:spcPts val="600"/>
              </a:spcAft>
              <a:buFont typeface="Arial"/>
              <a:buChar char="•"/>
            </a:pPr>
            <a:endParaRPr lang="en-US"/>
          </a:p>
          <a:p>
            <a:pPr>
              <a:spcAft>
                <a:spcPts val="600"/>
              </a:spcAft>
            </a:pPr>
            <a:endParaRPr lang="en-US"/>
          </a:p>
        </p:txBody>
      </p:sp>
      <p:pic>
        <p:nvPicPr>
          <p:cNvPr id="8" name="ElevenLabs_2026-09-18T16_42_02_Jessica - Playful, Bright, Warm_pvc_sp100_s50_sb75_se0_b_m2">
            <a:hlinkClick r:id="" action="ppaction://media"/>
            <a:extLst>
              <a:ext uri="{FF2B5EF4-FFF2-40B4-BE49-F238E27FC236}">
                <a16:creationId xmlns:a16="http://schemas.microsoft.com/office/drawing/2014/main" id="{F50FC0AC-D232-B604-A029-0DC5CEC605C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6636649" y="4285951"/>
            <a:ext cx="730250" cy="730250"/>
          </a:xfrm>
          <a:prstGeom prst="rect">
            <a:avLst/>
          </a:prstGeom>
        </p:spPr>
      </p:pic>
    </p:spTree>
    <p:extLst>
      <p:ext uri="{BB962C8B-B14F-4D97-AF65-F5344CB8AC3E}">
        <p14:creationId xmlns:p14="http://schemas.microsoft.com/office/powerpoint/2010/main" val="406592729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nextCondLst>
                <p:cond evt="onClick" delay="0">
                  <p:tgtEl>
                    <p:spTgt spid="8"/>
                  </p:tgtEl>
                </p:cond>
              </p:nextCondLst>
            </p:seq>
            <p:audio>
              <p:cMediaNode>
                <p:cTn id="7" fill="hold" display="0">
                  <p:stCondLst>
                    <p:cond delay="indefinite"/>
                  </p:stCondLst>
                  <p:endCondLst>
                    <p:cond evt="onStopAudio" delay="0">
                      <p:tgtEl>
                        <p:sldTgt/>
                      </p:tgtEl>
                    </p:cond>
                  </p:endCondLst>
                </p:cTn>
                <p:tgtEl>
                  <p:spTgt spid="8"/>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6C2C9-6908-843C-CB63-4D79EE154654}"/>
              </a:ext>
            </a:extLst>
          </p:cNvPr>
          <p:cNvSpPr>
            <a:spLocks noGrp="1"/>
          </p:cNvSpPr>
          <p:nvPr>
            <p:ph type="title"/>
          </p:nvPr>
        </p:nvSpPr>
        <p:spPr>
          <a:xfrm>
            <a:off x="7311355" y="1111101"/>
            <a:ext cx="3813845" cy="1493861"/>
          </a:xfrm>
        </p:spPr>
        <p:txBody>
          <a:bodyPr>
            <a:normAutofit/>
          </a:bodyPr>
          <a:lstStyle/>
          <a:p>
            <a:r>
              <a:rPr lang="en-US"/>
              <a:t>Databases</a:t>
            </a:r>
          </a:p>
        </p:txBody>
      </p:sp>
      <p:pic>
        <p:nvPicPr>
          <p:cNvPr id="7" name="Picture Placeholder 6">
            <a:extLst>
              <a:ext uri="{FF2B5EF4-FFF2-40B4-BE49-F238E27FC236}">
                <a16:creationId xmlns:a16="http://schemas.microsoft.com/office/drawing/2014/main" id="{35F34F0A-B689-CFF3-109A-FBAFA44DF4F7}"/>
              </a:ext>
            </a:extLst>
          </p:cNvPr>
          <p:cNvPicPr>
            <a:picLocks noGrp="1" noChangeAspect="1"/>
          </p:cNvPicPr>
          <p:nvPr>
            <p:ph type="pic" sz="quarter" idx="13"/>
          </p:nvPr>
        </p:nvPicPr>
        <p:blipFill>
          <a:blip r:embed="rId5"/>
          <a:stretch/>
        </p:blipFill>
        <p:spPr>
          <a:xfrm>
            <a:off x="12192" y="1862802"/>
            <a:ext cx="6999768" cy="3132396"/>
          </a:xfrm>
          <a:prstGeom prst="rect">
            <a:avLst/>
          </a:prstGeom>
          <a:noFill/>
        </p:spPr>
      </p:pic>
      <p:sp>
        <p:nvSpPr>
          <p:cNvPr id="4" name="Content Placeholder 3">
            <a:extLst>
              <a:ext uri="{FF2B5EF4-FFF2-40B4-BE49-F238E27FC236}">
                <a16:creationId xmlns:a16="http://schemas.microsoft.com/office/drawing/2014/main" id="{B1774F46-E90D-F2DB-1DCC-D5EF1AD1888C}"/>
              </a:ext>
            </a:extLst>
          </p:cNvPr>
          <p:cNvSpPr>
            <a:spLocks noGrp="1"/>
          </p:cNvSpPr>
          <p:nvPr>
            <p:ph sz="quarter" idx="18"/>
          </p:nvPr>
        </p:nvSpPr>
        <p:spPr>
          <a:xfrm>
            <a:off x="7311355" y="2700671"/>
            <a:ext cx="3813846" cy="3585830"/>
          </a:xfrm>
        </p:spPr>
        <p:txBody>
          <a:bodyPr>
            <a:normAutofit/>
          </a:bodyPr>
          <a:lstStyle/>
          <a:p>
            <a:pPr>
              <a:buFont typeface="Arial"/>
              <a:buChar char="•"/>
            </a:pPr>
            <a:r>
              <a:rPr lang="en-US" b="1"/>
              <a:t>Current Database Design</a:t>
            </a:r>
            <a:endParaRPr lang="en-US"/>
          </a:p>
          <a:p>
            <a:pPr>
              <a:buFont typeface="Arial"/>
              <a:buChar char="•"/>
            </a:pPr>
            <a:r>
              <a:rPr lang="en-US" err="1"/>
              <a:t>SQLAlchemy</a:t>
            </a:r>
            <a:r>
              <a:rPr lang="en-US"/>
              <a:t> ORM </a:t>
            </a:r>
          </a:p>
          <a:p>
            <a:pPr>
              <a:buFont typeface="Arial"/>
              <a:buChar char="•"/>
            </a:pPr>
            <a:r>
              <a:rPr lang="en-US"/>
              <a:t>Primary keys </a:t>
            </a:r>
          </a:p>
          <a:p>
            <a:pPr>
              <a:buFont typeface="Arial"/>
              <a:buChar char="•"/>
            </a:pPr>
            <a:r>
              <a:rPr lang="en-US"/>
              <a:t>Foreign-key relationships </a:t>
            </a:r>
          </a:p>
          <a:p>
            <a:pPr>
              <a:buFont typeface="Arial"/>
              <a:buChar char="•"/>
            </a:pPr>
            <a:r>
              <a:rPr lang="en-US"/>
              <a:t>Unique user email </a:t>
            </a:r>
          </a:p>
          <a:p>
            <a:pPr>
              <a:buFont typeface="Arial"/>
              <a:buChar char="•"/>
            </a:pPr>
            <a:r>
              <a:rPr lang="en-US"/>
              <a:t>Indexed email </a:t>
            </a:r>
          </a:p>
          <a:p>
            <a:pPr>
              <a:buFont typeface="Arial"/>
              <a:buChar char="•"/>
            </a:pPr>
            <a:r>
              <a:rPr lang="en-US"/>
              <a:t>Relationships between users, books and images</a:t>
            </a:r>
          </a:p>
          <a:p>
            <a:pPr marL="285750" indent="-285750">
              <a:spcAft>
                <a:spcPts val="600"/>
              </a:spcAft>
              <a:buFont typeface="Arial"/>
              <a:buChar char="•"/>
            </a:pPr>
            <a:endParaRPr lang="en-US" dirty="0"/>
          </a:p>
          <a:p>
            <a:pPr>
              <a:spcAft>
                <a:spcPts val="600"/>
              </a:spcAft>
            </a:pPr>
            <a:endParaRPr lang="en-US"/>
          </a:p>
        </p:txBody>
      </p:sp>
      <p:pic>
        <p:nvPicPr>
          <p:cNvPr id="8" name="ElevenLabs_2026-09-18T16_45_37_Jessica - Playful, Bright, Warm_pvc_sp100_s50_sb75_se0_b_m2">
            <a:hlinkClick r:id="" action="ppaction://media"/>
            <a:extLst>
              <a:ext uri="{FF2B5EF4-FFF2-40B4-BE49-F238E27FC236}">
                <a16:creationId xmlns:a16="http://schemas.microsoft.com/office/drawing/2014/main" id="{8F244EE2-8D04-AD07-77A3-6B1AA9D4A2C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312384" y="4976064"/>
            <a:ext cx="730250" cy="730250"/>
          </a:xfrm>
          <a:prstGeom prst="rect">
            <a:avLst/>
          </a:prstGeom>
        </p:spPr>
      </p:pic>
    </p:spTree>
    <p:extLst>
      <p:ext uri="{BB962C8B-B14F-4D97-AF65-F5344CB8AC3E}">
        <p14:creationId xmlns:p14="http://schemas.microsoft.com/office/powerpoint/2010/main" val="199951622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nextCondLst>
                <p:cond evt="onClick" delay="0">
                  <p:tgtEl>
                    <p:spTgt spid="8"/>
                  </p:tgtEl>
                </p:cond>
              </p:nextCondLst>
            </p:seq>
            <p:audio>
              <p:cMediaNode>
                <p:cTn id="7" fill="hold" display="0">
                  <p:stCondLst>
                    <p:cond delay="indefinite"/>
                  </p:stCondLst>
                  <p:endCondLst>
                    <p:cond evt="onStopAudio" delay="0">
                      <p:tgtEl>
                        <p:sldTgt/>
                      </p:tgtEl>
                    </p:cond>
                  </p:endCondLst>
                </p:cTn>
                <p:tgtEl>
                  <p:spTgt spid="8"/>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58C7C-7EBA-E54C-268C-48BA282961A3}"/>
              </a:ext>
            </a:extLst>
          </p:cNvPr>
          <p:cNvSpPr>
            <a:spLocks noGrp="1"/>
          </p:cNvSpPr>
          <p:nvPr>
            <p:ph type="title"/>
          </p:nvPr>
        </p:nvSpPr>
        <p:spPr>
          <a:xfrm>
            <a:off x="1090940" y="1115329"/>
            <a:ext cx="9949455" cy="838856"/>
          </a:xfrm>
        </p:spPr>
        <p:txBody>
          <a:bodyPr vert="horz" lIns="91440" tIns="45720" rIns="91440" bIns="45720" rtlCol="0">
            <a:normAutofit/>
          </a:bodyPr>
          <a:lstStyle/>
          <a:p>
            <a:r>
              <a:rPr lang="en-US" b="1" kern="1200" cap="all" baseline="0">
                <a:latin typeface="+mj-lt"/>
                <a:ea typeface="+mj-ea"/>
                <a:cs typeface="+mj-cs"/>
              </a:rPr>
              <a:t>  </a:t>
            </a:r>
          </a:p>
        </p:txBody>
      </p:sp>
      <p:sp>
        <p:nvSpPr>
          <p:cNvPr id="5" name="TextBox 4">
            <a:extLst>
              <a:ext uri="{FF2B5EF4-FFF2-40B4-BE49-F238E27FC236}">
                <a16:creationId xmlns:a16="http://schemas.microsoft.com/office/drawing/2014/main" id="{0EC006C1-2F35-FA8D-DC8D-4228BA07C56D}"/>
              </a:ext>
            </a:extLst>
          </p:cNvPr>
          <p:cNvSpPr txBox="1"/>
          <p:nvPr/>
        </p:nvSpPr>
        <p:spPr>
          <a:xfrm>
            <a:off x="867105" y="988662"/>
            <a:ext cx="4824913" cy="838856"/>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spcAft>
                <a:spcPts val="600"/>
              </a:spcAft>
            </a:pPr>
            <a:r>
              <a:rPr lang="en-US" b="1" kern="1200" cap="all" spc="100" baseline="0">
                <a:latin typeface="+mn-lt"/>
                <a:ea typeface="+mn-ea"/>
                <a:cs typeface="+mn-cs"/>
              </a:rPr>
              <a:t>Database Code Analysis</a:t>
            </a:r>
          </a:p>
          <a:p>
            <a:pPr>
              <a:spcAft>
                <a:spcPts val="600"/>
              </a:spcAft>
            </a:pPr>
            <a:endParaRPr lang="en-US" b="1" kern="1200" cap="all" spc="100" baseline="0">
              <a:latin typeface="+mn-lt"/>
              <a:ea typeface="+mn-ea"/>
              <a:cs typeface="+mn-cs"/>
            </a:endParaRPr>
          </a:p>
          <a:p>
            <a:pPr>
              <a:spcAft>
                <a:spcPts val="600"/>
              </a:spcAft>
            </a:pPr>
            <a:endParaRPr lang="en-US" b="1" kern="1200" cap="all" spc="100" baseline="0">
              <a:latin typeface="+mn-lt"/>
              <a:ea typeface="+mn-ea"/>
              <a:cs typeface="+mn-cs"/>
            </a:endParaRPr>
          </a:p>
        </p:txBody>
      </p:sp>
      <p:sp>
        <p:nvSpPr>
          <p:cNvPr id="4" name="Content Placeholder 3">
            <a:extLst>
              <a:ext uri="{FF2B5EF4-FFF2-40B4-BE49-F238E27FC236}">
                <a16:creationId xmlns:a16="http://schemas.microsoft.com/office/drawing/2014/main" id="{1AFDB088-1299-0BCD-ED2B-4165357AEEA4}"/>
              </a:ext>
            </a:extLst>
          </p:cNvPr>
          <p:cNvSpPr>
            <a:spLocks noGrp="1"/>
          </p:cNvSpPr>
          <p:nvPr>
            <p:ph sz="half" idx="2"/>
          </p:nvPr>
        </p:nvSpPr>
        <p:spPr>
          <a:xfrm>
            <a:off x="1092088" y="2825791"/>
            <a:ext cx="4816475" cy="3363871"/>
          </a:xfrm>
        </p:spPr>
        <p:txBody>
          <a:bodyPr vert="horz" lIns="91440" tIns="45720" rIns="91440" bIns="45720" rtlCol="0">
            <a:normAutofit/>
          </a:bodyPr>
          <a:lstStyle/>
          <a:p>
            <a:pPr>
              <a:spcAft>
                <a:spcPts val="600"/>
              </a:spcAft>
              <a:buFont typeface="Neue Haas Grotesk Text Pro" panose="020B0504020202020204" pitchFamily="34" charset="0"/>
              <a:buChar char="•"/>
            </a:pPr>
            <a:r>
              <a:rPr lang="en-US" b="1"/>
              <a:t>Analysis</a:t>
            </a:r>
            <a:endParaRPr lang="en-US"/>
          </a:p>
          <a:p>
            <a:pPr>
              <a:spcAft>
                <a:spcPts val="600"/>
              </a:spcAft>
              <a:buFont typeface="Neue Haas Grotesk Text Pro" panose="020B0504020202020204" pitchFamily="34" charset="0"/>
              <a:buChar char="•"/>
            </a:pPr>
            <a:r>
              <a:rPr lang="en-US"/>
              <a:t>Relational structure is established </a:t>
            </a:r>
          </a:p>
          <a:p>
            <a:pPr>
              <a:spcAft>
                <a:spcPts val="600"/>
              </a:spcAft>
              <a:buFont typeface="Neue Haas Grotesk Text Pro" panose="020B0504020202020204" pitchFamily="34" charset="0"/>
              <a:buChar char="•"/>
            </a:pPr>
            <a:r>
              <a:rPr lang="en-US"/>
              <a:t>Foreign keys connect records </a:t>
            </a:r>
          </a:p>
          <a:p>
            <a:pPr>
              <a:spcAft>
                <a:spcPts val="600"/>
              </a:spcAft>
              <a:buFont typeface="Neue Haas Grotesk Text Pro" panose="020B0504020202020204" pitchFamily="34" charset="0"/>
              <a:buChar char="•"/>
            </a:pPr>
            <a:r>
              <a:rPr lang="en-US"/>
              <a:t>Nullable fields are explicitly defined </a:t>
            </a:r>
          </a:p>
          <a:p>
            <a:pPr>
              <a:spcAft>
                <a:spcPts val="600"/>
              </a:spcAft>
              <a:buFont typeface="Neue Haas Grotesk Text Pro" panose="020B0504020202020204" pitchFamily="34" charset="0"/>
              <a:buChar char="•"/>
            </a:pPr>
            <a:r>
              <a:rPr lang="en-US"/>
              <a:t>Some numeric fields lack database-level value constraints </a:t>
            </a:r>
          </a:p>
          <a:p>
            <a:pPr>
              <a:spcAft>
                <a:spcPts val="600"/>
              </a:spcAft>
              <a:buFont typeface="Neue Haas Grotesk Text Pro" panose="020B0504020202020204" pitchFamily="34" charset="0"/>
              <a:buChar char="•"/>
            </a:pPr>
            <a:r>
              <a:rPr lang="en-US"/>
              <a:t>Additional indexes could support common retrieval patterns</a:t>
            </a:r>
          </a:p>
          <a:p>
            <a:pPr marL="285750" indent="-285750">
              <a:spcAft>
                <a:spcPts val="600"/>
              </a:spcAft>
              <a:buFont typeface="Neue Haas Grotesk Text Pro" panose="020B0504020202020204" pitchFamily="34" charset="0"/>
              <a:buChar char="•"/>
            </a:pPr>
            <a:endParaRPr lang="en-US"/>
          </a:p>
        </p:txBody>
      </p:sp>
      <p:pic>
        <p:nvPicPr>
          <p:cNvPr id="8" name="Picture Placeholder 7">
            <a:extLst>
              <a:ext uri="{FF2B5EF4-FFF2-40B4-BE49-F238E27FC236}">
                <a16:creationId xmlns:a16="http://schemas.microsoft.com/office/drawing/2014/main" id="{3A7BF865-B9CA-0F4D-4F16-203025084910}"/>
              </a:ext>
            </a:extLst>
          </p:cNvPr>
          <p:cNvPicPr>
            <a:picLocks noGrp="1" noChangeAspect="1"/>
          </p:cNvPicPr>
          <p:nvPr>
            <p:ph sz="quarter" idx="4"/>
          </p:nvPr>
        </p:nvPicPr>
        <p:blipFill>
          <a:blip r:embed="rId5"/>
          <a:stretch/>
        </p:blipFill>
        <p:spPr>
          <a:xfrm>
            <a:off x="6215482" y="4061422"/>
            <a:ext cx="4824913" cy="892608"/>
          </a:xfrm>
          <a:prstGeom prst="rect">
            <a:avLst/>
          </a:prstGeom>
          <a:noFill/>
        </p:spPr>
      </p:pic>
      <p:pic>
        <p:nvPicPr>
          <p:cNvPr id="9" name="Picture 8">
            <a:extLst>
              <a:ext uri="{FF2B5EF4-FFF2-40B4-BE49-F238E27FC236}">
                <a16:creationId xmlns:a16="http://schemas.microsoft.com/office/drawing/2014/main" id="{8136E101-943B-6D4E-5BD5-AB679C2F600D}"/>
              </a:ext>
            </a:extLst>
          </p:cNvPr>
          <p:cNvPicPr>
            <a:picLocks noChangeAspect="1"/>
          </p:cNvPicPr>
          <p:nvPr/>
        </p:nvPicPr>
        <p:blipFill>
          <a:blip r:embed="rId6"/>
          <a:stretch>
            <a:fillRect/>
          </a:stretch>
        </p:blipFill>
        <p:spPr>
          <a:xfrm>
            <a:off x="5339571" y="1537838"/>
            <a:ext cx="6343650" cy="2114550"/>
          </a:xfrm>
          <a:prstGeom prst="rect">
            <a:avLst/>
          </a:prstGeom>
        </p:spPr>
      </p:pic>
      <p:pic>
        <p:nvPicPr>
          <p:cNvPr id="10" name="ElevenLabs_2026-09-18T16_49_55_Jessica - Playful, Bright, Warm_pvc_sp100_s50_sb75_se0_b_m2">
            <a:hlinkClick r:id="" action="ppaction://media"/>
            <a:extLst>
              <a:ext uri="{FF2B5EF4-FFF2-40B4-BE49-F238E27FC236}">
                <a16:creationId xmlns:a16="http://schemas.microsoft.com/office/drawing/2014/main" id="{06D59FDB-B94D-BF4A-BC16-E3B32B3CFF60}"/>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3142951" y="5091083"/>
            <a:ext cx="730250" cy="730250"/>
          </a:xfrm>
          <a:prstGeom prst="rect">
            <a:avLst/>
          </a:prstGeom>
        </p:spPr>
      </p:pic>
    </p:spTree>
    <p:extLst>
      <p:ext uri="{BB962C8B-B14F-4D97-AF65-F5344CB8AC3E}">
        <p14:creationId xmlns:p14="http://schemas.microsoft.com/office/powerpoint/2010/main" val="407616074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nextCondLst>
                <p:cond evt="onClick" delay="0">
                  <p:tgtEl>
                    <p:spTgt spid="10"/>
                  </p:tgtEl>
                </p:cond>
              </p:nextCondLst>
            </p:seq>
            <p:audio>
              <p:cMediaNode>
                <p:cTn id="7" fill="hold" display="0">
                  <p:stCondLst>
                    <p:cond delay="indefinite"/>
                  </p:stCondLst>
                  <p:endCondLst>
                    <p:cond evt="onStopAudio" delay="0">
                      <p:tgtEl>
                        <p:sldTgt/>
                      </p:tgtEl>
                    </p:cond>
                  </p:endCondLst>
                </p:cTn>
                <p:tgtEl>
                  <p:spTgt spid="10"/>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84DD4-3262-2EB3-7EA6-7CA741040651}"/>
              </a:ext>
            </a:extLst>
          </p:cNvPr>
          <p:cNvSpPr>
            <a:spLocks noGrp="1"/>
          </p:cNvSpPr>
          <p:nvPr>
            <p:ph type="title"/>
          </p:nvPr>
        </p:nvSpPr>
        <p:spPr>
          <a:xfrm>
            <a:off x="1115324" y="3987802"/>
            <a:ext cx="3044954" cy="2309785"/>
          </a:xfrm>
        </p:spPr>
        <p:txBody>
          <a:bodyPr>
            <a:normAutofit/>
          </a:bodyPr>
          <a:lstStyle/>
          <a:p>
            <a:r>
              <a:rPr lang="en-US" sz="2500"/>
              <a:t>Planned Database Enhancement</a:t>
            </a:r>
          </a:p>
        </p:txBody>
      </p:sp>
      <p:sp>
        <p:nvSpPr>
          <p:cNvPr id="4" name="Content Placeholder 3">
            <a:extLst>
              <a:ext uri="{FF2B5EF4-FFF2-40B4-BE49-F238E27FC236}">
                <a16:creationId xmlns:a16="http://schemas.microsoft.com/office/drawing/2014/main" id="{408FB01C-DA61-0F33-D294-CB0EF2231925}"/>
              </a:ext>
            </a:extLst>
          </p:cNvPr>
          <p:cNvSpPr>
            <a:spLocks noGrp="1"/>
          </p:cNvSpPr>
          <p:nvPr>
            <p:ph sz="quarter" idx="14"/>
          </p:nvPr>
        </p:nvSpPr>
        <p:spPr>
          <a:xfrm>
            <a:off x="4255935" y="3987802"/>
            <a:ext cx="7460029" cy="2309785"/>
          </a:xfrm>
        </p:spPr>
        <p:txBody>
          <a:bodyPr>
            <a:normAutofit/>
          </a:bodyPr>
          <a:lstStyle/>
          <a:p>
            <a:pPr>
              <a:buFont typeface="Arial"/>
              <a:buChar char="•"/>
            </a:pPr>
            <a:r>
              <a:rPr lang="en-US" b="1">
                <a:ea typeface="+mn-lt"/>
                <a:cs typeface="+mn-lt"/>
              </a:rPr>
              <a:t>Constraints</a:t>
            </a:r>
            <a:endParaRPr lang="en-US"/>
          </a:p>
          <a:p>
            <a:pPr>
              <a:buFont typeface="Arial"/>
              <a:buChar char="•"/>
            </a:pPr>
            <a:r>
              <a:rPr lang="en-US">
                <a:latin typeface="Consolas"/>
              </a:rPr>
              <a:t>page_count &gt;= 0</a:t>
            </a:r>
            <a:r>
              <a:rPr lang="en-US">
                <a:ea typeface="+mn-lt"/>
                <a:cs typeface="+mn-lt"/>
              </a:rPr>
              <a:t> </a:t>
            </a:r>
            <a:endParaRPr lang="en-US"/>
          </a:p>
          <a:p>
            <a:pPr>
              <a:buFont typeface="Arial"/>
              <a:buChar char="•"/>
            </a:pPr>
            <a:r>
              <a:rPr lang="en-US" err="1">
                <a:latin typeface="Consolas"/>
              </a:rPr>
              <a:t>total_credits</a:t>
            </a:r>
            <a:r>
              <a:rPr lang="en-US">
                <a:latin typeface="Consolas"/>
              </a:rPr>
              <a:t> &gt;= 0</a:t>
            </a:r>
            <a:r>
              <a:rPr lang="en-US">
                <a:ea typeface="+mn-lt"/>
                <a:cs typeface="+mn-lt"/>
              </a:rPr>
              <a:t> </a:t>
            </a:r>
            <a:endParaRPr lang="en-US"/>
          </a:p>
          <a:p>
            <a:pPr>
              <a:buFont typeface="Arial"/>
              <a:buChar char="•"/>
            </a:pPr>
            <a:r>
              <a:rPr lang="en-US" err="1">
                <a:latin typeface="Consolas"/>
              </a:rPr>
              <a:t>remaining_credits</a:t>
            </a:r>
            <a:r>
              <a:rPr lang="en-US">
                <a:latin typeface="Consolas"/>
              </a:rPr>
              <a:t> &gt;= 0</a:t>
            </a:r>
            <a:r>
              <a:rPr lang="en-US">
                <a:ea typeface="+mn-lt"/>
                <a:cs typeface="+mn-lt"/>
              </a:rPr>
              <a:t> </a:t>
            </a:r>
            <a:endParaRPr lang="en-US"/>
          </a:p>
          <a:p>
            <a:pPr>
              <a:buFont typeface="Arial"/>
              <a:buChar char="•"/>
            </a:pPr>
            <a:r>
              <a:rPr lang="en-US" b="1">
                <a:ea typeface="+mn-lt"/>
                <a:cs typeface="+mn-lt"/>
              </a:rPr>
              <a:t>Index</a:t>
            </a:r>
            <a:endParaRPr lang="en-US"/>
          </a:p>
          <a:p>
            <a:pPr>
              <a:buFont typeface="Arial"/>
              <a:buChar char="•"/>
            </a:pPr>
            <a:r>
              <a:rPr lang="en-US" err="1">
                <a:latin typeface="Consolas"/>
              </a:rPr>
              <a:t>GeneratedImage</a:t>
            </a:r>
            <a:r>
              <a:rPr lang="en-US">
                <a:latin typeface="Consolas"/>
              </a:rPr>
              <a:t>(</a:t>
            </a:r>
            <a:r>
              <a:rPr lang="en-US" err="1">
                <a:latin typeface="Consolas"/>
              </a:rPr>
              <a:t>user_id</a:t>
            </a:r>
            <a:r>
              <a:rPr lang="en-US">
                <a:latin typeface="Consolas"/>
              </a:rPr>
              <a:t>, </a:t>
            </a:r>
            <a:r>
              <a:rPr lang="en-US" err="1">
                <a:latin typeface="Consolas"/>
              </a:rPr>
              <a:t>created_at</a:t>
            </a:r>
            <a:r>
              <a:rPr lang="en-US">
                <a:latin typeface="Consolas"/>
              </a:rPr>
              <a:t>)</a:t>
            </a:r>
            <a:r>
              <a:rPr lang="en-US">
                <a:ea typeface="+mn-lt"/>
                <a:cs typeface="+mn-lt"/>
              </a:rPr>
              <a:t> </a:t>
            </a:r>
            <a:endParaRPr lang="en-US"/>
          </a:p>
          <a:p>
            <a:pPr>
              <a:buFont typeface="Arial"/>
              <a:buChar char="•"/>
            </a:pPr>
            <a:r>
              <a:rPr lang="en-US" b="1">
                <a:ea typeface="+mn-lt"/>
                <a:cs typeface="+mn-lt"/>
              </a:rPr>
              <a:t>Existing</a:t>
            </a:r>
            <a:endParaRPr lang="en-US"/>
          </a:p>
          <a:p>
            <a:pPr>
              <a:buFont typeface="Arial"/>
              <a:buChar char="•"/>
            </a:pPr>
            <a:r>
              <a:rPr lang="en-US" err="1">
                <a:latin typeface="Consolas"/>
              </a:rPr>
              <a:t>User.email</a:t>
            </a:r>
            <a:r>
              <a:rPr lang="en-US">
                <a:ea typeface="+mn-lt"/>
                <a:cs typeface="+mn-lt"/>
              </a:rPr>
              <a:t> remains unique + indexed</a:t>
            </a:r>
            <a:endParaRPr lang="en-US"/>
          </a:p>
          <a:p>
            <a:pPr marL="285750" indent="-285750">
              <a:spcAft>
                <a:spcPts val="600"/>
              </a:spcAft>
              <a:buFont typeface="Arial"/>
              <a:buChar char="•"/>
            </a:pPr>
            <a:endParaRPr lang="en-US" dirty="0"/>
          </a:p>
          <a:p>
            <a:pPr>
              <a:spcAft>
                <a:spcPts val="600"/>
              </a:spcAft>
            </a:pPr>
            <a:endParaRPr lang="en-US"/>
          </a:p>
        </p:txBody>
      </p:sp>
      <p:pic>
        <p:nvPicPr>
          <p:cNvPr id="8" name="Picture Placeholder 7">
            <a:extLst>
              <a:ext uri="{FF2B5EF4-FFF2-40B4-BE49-F238E27FC236}">
                <a16:creationId xmlns:a16="http://schemas.microsoft.com/office/drawing/2014/main" id="{8C4F5719-BFE9-99AE-4983-AA1C88731FBB}"/>
              </a:ext>
            </a:extLst>
          </p:cNvPr>
          <p:cNvPicPr>
            <a:picLocks noGrp="1" noChangeAspect="1"/>
          </p:cNvPicPr>
          <p:nvPr>
            <p:ph type="pic" sz="quarter" idx="13"/>
          </p:nvPr>
        </p:nvPicPr>
        <p:blipFill>
          <a:blip r:embed="rId5"/>
          <a:srcRect t="7562" b="7562"/>
          <a:stretch/>
        </p:blipFill>
        <p:spPr>
          <a:xfrm>
            <a:off x="-1" y="0"/>
            <a:ext cx="7131169" cy="2868236"/>
          </a:xfrm>
          <a:prstGeom prst="rect">
            <a:avLst/>
          </a:prstGeom>
          <a:blipFill dpi="0" rotWithShape="1">
            <a:blip r:embed="rId6">
              <a:alphaModFix amt="60000"/>
            </a:blip>
            <a:srcRect/>
            <a:stretch>
              <a:fillRect/>
            </a:stretch>
          </a:blipFill>
        </p:spPr>
      </p:pic>
      <p:pic>
        <p:nvPicPr>
          <p:cNvPr id="7" name="ElevenLabs_2026-09-18T16_51_41_Jessica - Playful, Bright, Warm_pvc_sp100_s50_sb75_se0_b_m2">
            <a:hlinkClick r:id="" action="ppaction://media"/>
            <a:extLst>
              <a:ext uri="{FF2B5EF4-FFF2-40B4-BE49-F238E27FC236}">
                <a16:creationId xmlns:a16="http://schemas.microsoft.com/office/drawing/2014/main" id="{3A3D9A2B-689A-A7D1-E5B5-C6837A428C60}"/>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7499290" y="3624592"/>
            <a:ext cx="730250" cy="730250"/>
          </a:xfrm>
          <a:prstGeom prst="rect">
            <a:avLst/>
          </a:prstGeom>
        </p:spPr>
      </p:pic>
      <p:pic>
        <p:nvPicPr>
          <p:cNvPr id="9" name="Picture 8">
            <a:extLst>
              <a:ext uri="{FF2B5EF4-FFF2-40B4-BE49-F238E27FC236}">
                <a16:creationId xmlns:a16="http://schemas.microsoft.com/office/drawing/2014/main" id="{B9425C85-A9A2-2455-DDA6-9CE44AF5E5F1}"/>
              </a:ext>
            </a:extLst>
          </p:cNvPr>
          <p:cNvPicPr>
            <a:picLocks noChangeAspect="1"/>
          </p:cNvPicPr>
          <p:nvPr/>
        </p:nvPicPr>
        <p:blipFill>
          <a:blip r:embed="rId8"/>
          <a:stretch>
            <a:fillRect/>
          </a:stretch>
        </p:blipFill>
        <p:spPr>
          <a:xfrm>
            <a:off x="7259847" y="920960"/>
            <a:ext cx="4343400" cy="1019175"/>
          </a:xfrm>
          <a:prstGeom prst="rect">
            <a:avLst/>
          </a:prstGeom>
        </p:spPr>
      </p:pic>
    </p:spTree>
    <p:extLst>
      <p:ext uri="{BB962C8B-B14F-4D97-AF65-F5344CB8AC3E}">
        <p14:creationId xmlns:p14="http://schemas.microsoft.com/office/powerpoint/2010/main" val="238736171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nextCondLst>
                <p:cond evt="onClick" delay="0">
                  <p:tgtEl>
                    <p:spTgt spid="7"/>
                  </p:tgtEl>
                </p:cond>
              </p:nextCondLst>
            </p:seq>
            <p:audio>
              <p:cMediaNode>
                <p:cTn id="7" fill="hold" display="0">
                  <p:stCondLst>
                    <p:cond delay="indefinite"/>
                  </p:stCondLst>
                  <p:endCondLst>
                    <p:cond evt="onStopAudio" delay="0">
                      <p:tgtEl>
                        <p:sldTgt/>
                      </p:tgtEl>
                    </p:cond>
                  </p:endCondLst>
                </p:cTn>
                <p:tgtEl>
                  <p:spTgt spid="7"/>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66D24-F98F-A17A-1CD2-3ECA4D78F3CF}"/>
              </a:ext>
            </a:extLst>
          </p:cNvPr>
          <p:cNvSpPr>
            <a:spLocks noGrp="1"/>
          </p:cNvSpPr>
          <p:nvPr>
            <p:ph type="title"/>
          </p:nvPr>
        </p:nvSpPr>
        <p:spPr/>
        <p:txBody>
          <a:bodyPr/>
          <a:lstStyle/>
          <a:p>
            <a:r>
              <a:rPr lang="en-US" b="0" dirty="0">
                <a:ea typeface="+mj-lt"/>
                <a:cs typeface="+mj-lt"/>
              </a:rPr>
              <a:t>Code Review Summary</a:t>
            </a:r>
            <a:endParaRPr lang="en-US" dirty="0"/>
          </a:p>
        </p:txBody>
      </p:sp>
      <p:pic>
        <p:nvPicPr>
          <p:cNvPr id="5" name="Picture Placeholder 4" descr="Code Data Programming - Free photo on Pixabay">
            <a:extLst>
              <a:ext uri="{FF2B5EF4-FFF2-40B4-BE49-F238E27FC236}">
                <a16:creationId xmlns:a16="http://schemas.microsoft.com/office/drawing/2014/main" id="{3E2A1F69-B549-55BC-571F-454728AF4240}"/>
              </a:ext>
            </a:extLst>
          </p:cNvPr>
          <p:cNvPicPr>
            <a:picLocks noGrp="1" noChangeAspect="1"/>
          </p:cNvPicPr>
          <p:nvPr>
            <p:ph type="pic" sz="quarter" idx="13"/>
          </p:nvPr>
        </p:nvPicPr>
        <p:blipFill>
          <a:blip r:embed="rId5"/>
          <a:srcRect t="24817" b="24817"/>
          <a:stretch/>
        </p:blipFill>
        <p:spPr>
          <a:xfrm>
            <a:off x="-1" y="0"/>
            <a:ext cx="12192000" cy="3443331"/>
          </a:xfrm>
          <a:prstGeom prst="rect">
            <a:avLst/>
          </a:prstGeom>
          <a:blipFill dpi="0" rotWithShape="1">
            <a:blip r:embed="rId6">
              <a:alphaModFix amt="60000"/>
            </a:blip>
            <a:srcRect/>
            <a:stretch>
              <a:fillRect/>
            </a:stretch>
          </a:blipFill>
        </p:spPr>
      </p:pic>
      <p:sp>
        <p:nvSpPr>
          <p:cNvPr id="4" name="Content Placeholder 3">
            <a:extLst>
              <a:ext uri="{FF2B5EF4-FFF2-40B4-BE49-F238E27FC236}">
                <a16:creationId xmlns:a16="http://schemas.microsoft.com/office/drawing/2014/main" id="{A6949D68-F66C-06AD-E5E9-A8C59B2EAFB8}"/>
              </a:ext>
            </a:extLst>
          </p:cNvPr>
          <p:cNvSpPr>
            <a:spLocks noGrp="1"/>
          </p:cNvSpPr>
          <p:nvPr>
            <p:ph sz="quarter" idx="14"/>
          </p:nvPr>
        </p:nvSpPr>
        <p:spPr/>
        <p:txBody>
          <a:bodyPr/>
          <a:lstStyle/>
          <a:p>
            <a:pPr>
              <a:buFont typeface="Arial"/>
              <a:buChar char="•"/>
            </a:pPr>
            <a:r>
              <a:rPr lang="en-US" b="1" dirty="0">
                <a:ea typeface="+mn-lt"/>
                <a:cs typeface="+mn-lt"/>
              </a:rPr>
              <a:t>Software Engineering</a:t>
            </a:r>
          </a:p>
          <a:p>
            <a:pPr>
              <a:buFont typeface="Arial"/>
              <a:buChar char="•"/>
            </a:pPr>
            <a:r>
              <a:rPr lang="en-US">
                <a:ea typeface="+mn-lt"/>
                <a:cs typeface="+mn-lt"/>
              </a:rPr>
              <a:t>Separate CLI </a:t>
            </a:r>
            <a:r>
              <a:rPr lang="en-US" dirty="0">
                <a:ea typeface="+mn-lt"/>
                <a:cs typeface="+mn-lt"/>
              </a:rPr>
              <a:t>and </a:t>
            </a:r>
            <a:r>
              <a:rPr lang="en-US">
                <a:ea typeface="+mn-lt"/>
                <a:cs typeface="+mn-lt"/>
              </a:rPr>
              <a:t>service responsibilities </a:t>
            </a:r>
            <a:endParaRPr lang="en-US"/>
          </a:p>
          <a:p>
            <a:pPr>
              <a:buFont typeface="Arial"/>
              <a:buChar char="•"/>
            </a:pPr>
            <a:r>
              <a:rPr lang="en-US" b="1" dirty="0">
                <a:ea typeface="+mn-lt"/>
                <a:cs typeface="+mn-lt"/>
              </a:rPr>
              <a:t>Algorithms</a:t>
            </a:r>
            <a:r>
              <a:rPr lang="en-US" b="1">
                <a:ea typeface="+mn-lt"/>
                <a:cs typeface="+mn-lt"/>
              </a:rPr>
              <a:t> &amp; Data Structures</a:t>
            </a:r>
            <a:endParaRPr lang="en-US"/>
          </a:p>
          <a:p>
            <a:pPr>
              <a:buFont typeface="Arial"/>
              <a:buChar char="•"/>
            </a:pPr>
            <a:r>
              <a:rPr lang="en-US">
                <a:ea typeface="+mn-lt"/>
                <a:cs typeface="+mn-lt"/>
              </a:rPr>
              <a:t>Track successful </a:t>
            </a:r>
            <a:r>
              <a:rPr lang="en-US" dirty="0">
                <a:ea typeface="+mn-lt"/>
                <a:cs typeface="+mn-lt"/>
              </a:rPr>
              <a:t>and </a:t>
            </a:r>
            <a:r>
              <a:rPr lang="en-US">
                <a:ea typeface="+mn-lt"/>
                <a:cs typeface="+mn-lt"/>
              </a:rPr>
              <a:t>failed generations </a:t>
            </a:r>
            <a:endParaRPr lang="en-US"/>
          </a:p>
          <a:p>
            <a:pPr>
              <a:buFont typeface="Arial"/>
              <a:buChar char="•"/>
            </a:pPr>
            <a:r>
              <a:rPr lang="en-US" b="1" dirty="0">
                <a:ea typeface="+mn-lt"/>
                <a:cs typeface="+mn-lt"/>
              </a:rPr>
              <a:t>Databases</a:t>
            </a:r>
          </a:p>
          <a:p>
            <a:pPr>
              <a:buFont typeface="Arial"/>
              <a:buChar char="•"/>
            </a:pPr>
            <a:r>
              <a:rPr lang="en-US">
                <a:ea typeface="+mn-lt"/>
                <a:cs typeface="+mn-lt"/>
              </a:rPr>
              <a:t>Add specific constraints </a:t>
            </a:r>
            <a:r>
              <a:rPr lang="en-US" dirty="0">
                <a:ea typeface="+mn-lt"/>
                <a:cs typeface="+mn-lt"/>
              </a:rPr>
              <a:t>and </a:t>
            </a:r>
            <a:r>
              <a:rPr lang="en-US">
                <a:ea typeface="+mn-lt"/>
                <a:cs typeface="+mn-lt"/>
              </a:rPr>
              <a:t>evaluate targeted indexes </a:t>
            </a:r>
            <a:endParaRPr lang="en-US"/>
          </a:p>
          <a:p>
            <a:pPr>
              <a:buFont typeface="Arial"/>
              <a:buChar char="•"/>
            </a:pPr>
            <a:r>
              <a:rPr lang="en-US" b="1" dirty="0">
                <a:ea typeface="+mn-lt"/>
                <a:cs typeface="+mn-lt"/>
              </a:rPr>
              <a:t>Goal:</a:t>
            </a:r>
            <a:r>
              <a:rPr lang="en-US" dirty="0">
                <a:ea typeface="+mn-lt"/>
                <a:cs typeface="+mn-lt"/>
              </a:rPr>
              <a:t> </a:t>
            </a:r>
            <a:r>
              <a:rPr lang="en-US">
                <a:ea typeface="+mn-lt"/>
                <a:cs typeface="+mn-lt"/>
              </a:rPr>
              <a:t>reliability, maintainability</a:t>
            </a:r>
            <a:r>
              <a:rPr lang="en-US" dirty="0">
                <a:ea typeface="+mn-lt"/>
                <a:cs typeface="+mn-lt"/>
              </a:rPr>
              <a:t>, </a:t>
            </a:r>
            <a:r>
              <a:rPr lang="en-US">
                <a:ea typeface="+mn-lt"/>
                <a:cs typeface="+mn-lt"/>
              </a:rPr>
              <a:t>scalability</a:t>
            </a:r>
            <a:endParaRPr lang="en-US"/>
          </a:p>
          <a:p>
            <a:pPr marL="285750" indent="-285750">
              <a:buFont typeface="Arial"/>
              <a:buChar char="•"/>
            </a:pPr>
            <a:endParaRPr lang="en-US" dirty="0"/>
          </a:p>
        </p:txBody>
      </p:sp>
      <p:pic>
        <p:nvPicPr>
          <p:cNvPr id="3" name="ElevenLabs_2026-09-18T16_54_59_Jessica - Playful, Bright, Warm_pvc_sp100_s50_sb75_se0_b_m2">
            <a:hlinkClick r:id="" action="ppaction://media"/>
            <a:extLst>
              <a:ext uri="{FF2B5EF4-FFF2-40B4-BE49-F238E27FC236}">
                <a16:creationId xmlns:a16="http://schemas.microsoft.com/office/drawing/2014/main" id="{7983DC7B-43CD-44FD-5746-BED14F4EBDD0}"/>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286440" y="5327788"/>
            <a:ext cx="730250" cy="730250"/>
          </a:xfrm>
          <a:prstGeom prst="rect">
            <a:avLst/>
          </a:prstGeom>
        </p:spPr>
      </p:pic>
    </p:spTree>
    <p:extLst>
      <p:ext uri="{BB962C8B-B14F-4D97-AF65-F5344CB8AC3E}">
        <p14:creationId xmlns:p14="http://schemas.microsoft.com/office/powerpoint/2010/main" val="429094275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nextCondLst>
                <p:cond evt="onClick" delay="0">
                  <p:tgtEl>
                    <p:spTgt spid="3"/>
                  </p:tgtEl>
                </p:cond>
              </p:nextCondLst>
            </p:seq>
            <p:audio>
              <p:cMediaNode>
                <p:cTn id="7" fill="hold" display="0">
                  <p:stCondLst>
                    <p:cond delay="indefinite"/>
                  </p:stCondLst>
                  <p:endCondLst>
                    <p:cond evt="onStopAudio" delay="0">
                      <p:tgtEl>
                        <p:sldTgt/>
                      </p:tgtEl>
                    </p:cond>
                  </p:endCondLst>
                </p:cTn>
                <p:tgtEl>
                  <p:spTgt spid="3"/>
                </p:tgtEl>
              </p:cMediaNode>
            </p:audio>
          </p:childTnLst>
        </p:cTn>
      </p:par>
    </p:tnLst>
  </p:timing>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design_Copilot Layouts_win32_SD_V7" id="{D68CBEBD-98F0-4FAF-8687-8614116B2926}" vid="{DBF1F633-2586-48B7-A7E5-6478FA1D81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D147B0A-A3D1-43B0-B0BE-D6581D3609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16ACBC-C288-4FE2-A121-1047B4270A61}">
  <ds:schemaRefs>
    <ds:schemaRef ds:uri="http://schemas.microsoft.com/sharepoint/v3/contenttype/forms"/>
  </ds:schemaRefs>
</ds:datastoreItem>
</file>

<file path=customXml/itemProps3.xml><?xml version="1.0" encoding="utf-8"?>
<ds:datastoreItem xmlns:ds="http://schemas.openxmlformats.org/officeDocument/2006/customXml" ds:itemID="{AA9D4D66-A82C-4C14-A5CE-108788051B7D}">
  <ds:schemaRefs>
    <ds:schemaRef ds:uri="71af3243-3dd4-4a8d-8c0d-dd76da1f02a5"/>
    <ds:schemaRef ds:uri="http://schemas.microsoft.com/office/2006/documentManagement/types"/>
    <ds:schemaRef ds:uri="http://purl.org/dc/terms/"/>
    <ds:schemaRef ds:uri="http://purl.org/dc/elements/1.1/"/>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purl.org/dc/dcmitype/"/>
    <ds:schemaRef ds:uri="230e9df3-be65-4c73-a93b-d1236ebd677e"/>
    <ds:schemaRef ds:uri="16c05727-aa75-4e4a-9b5f-8a80a1165891"/>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Words>
  <Application>Microsoft Office PowerPoint</Application>
  <PresentationFormat>Widescreen</PresentationFormat>
  <Paragraphs>2</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Bjorn</vt:lpstr>
      <vt:lpstr>CS 499 Milestone One: Code Review</vt:lpstr>
      <vt:lpstr>AI Coloring Book Generator</vt:lpstr>
      <vt:lpstr> Software Engineering and Design</vt:lpstr>
      <vt:lpstr>Software Engineering Analysis</vt:lpstr>
      <vt:lpstr>Planned Software Engineering Enhancement</vt:lpstr>
      <vt:lpstr>Algorithms and Data Structures</vt:lpstr>
      <vt:lpstr>Algorithms and Data Structures Analysis</vt:lpstr>
      <vt:lpstr>Proposed Enhancement</vt:lpstr>
      <vt:lpstr>Databases</vt:lpstr>
      <vt:lpstr>  </vt:lpstr>
      <vt:lpstr>Planned Database Enhancement</vt:lpstr>
      <vt:lpstr>Code Review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223</cp:revision>
  <dcterms:created xsi:type="dcterms:W3CDTF">2026-09-14T01:30:46Z</dcterms:created>
  <dcterms:modified xsi:type="dcterms:W3CDTF">2026-09-18T16:55:59Z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